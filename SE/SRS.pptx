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BCAC7A8-95FF-4679-8A3B-4CA628A438F6}"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1600376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BCAC7A8-95FF-4679-8A3B-4CA628A438F6}"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2297841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CAC7A8-95FF-4679-8A3B-4CA628A438F6}"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665551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BCAC7A8-95FF-4679-8A3B-4CA628A438F6}" type="datetimeFigureOut">
              <a:rPr lang="en-IN" smtClean="0"/>
              <a:t>07-08-2025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3322602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BCAC7A8-95FF-4679-8A3B-4CA628A438F6}" type="datetimeFigureOut">
              <a:rPr lang="en-IN" smtClean="0"/>
              <a:t>07-08-2025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372050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BCAC7A8-95FF-4679-8A3B-4CA628A438F6}" type="datetimeFigureOut">
              <a:rPr lang="en-IN" smtClean="0"/>
              <a:t>07-08-2025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1360522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CAC7A8-95FF-4679-8A3B-4CA628A438F6}" type="datetimeFigureOut">
              <a:rPr lang="en-IN" smtClean="0"/>
              <a:t>07-08-2025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2054790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CAC7A8-95FF-4679-8A3B-4CA628A438F6}" type="datetimeFigureOut">
              <a:rPr lang="en-IN" smtClean="0"/>
              <a:t>07-08-2025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844619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CAC7A8-95FF-4679-8A3B-4CA628A438F6}" type="datetimeFigureOut">
              <a:rPr lang="en-IN" smtClean="0"/>
              <a:t>07-08-2025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2055774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BCAC7A8-95FF-4679-8A3B-4CA628A438F6}"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3491113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BCAC7A8-95FF-4679-8A3B-4CA628A438F6}"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3E2636-2087-43A3-86A0-563399C606AD}" type="slidenum">
              <a:rPr lang="en-IN" smtClean="0"/>
              <a:t>‹#›</a:t>
            </a:fld>
            <a:endParaRPr lang="en-IN"/>
          </a:p>
        </p:txBody>
      </p:sp>
    </p:spTree>
    <p:extLst>
      <p:ext uri="{BB962C8B-B14F-4D97-AF65-F5344CB8AC3E}">
        <p14:creationId xmlns:p14="http://schemas.microsoft.com/office/powerpoint/2010/main" val="3027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CAC7A8-95FF-4679-8A3B-4CA628A438F6}" type="datetimeFigureOut">
              <a:rPr lang="en-IN" smtClean="0"/>
              <a:t>07-08-2025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3E2636-2087-43A3-86A0-563399C606AD}" type="slidenum">
              <a:rPr lang="en-IN" smtClean="0"/>
              <a:t>‹#›</a:t>
            </a:fld>
            <a:endParaRPr lang="en-IN"/>
          </a:p>
        </p:txBody>
      </p:sp>
    </p:spTree>
    <p:extLst>
      <p:ext uri="{BB962C8B-B14F-4D97-AF65-F5344CB8AC3E}">
        <p14:creationId xmlns:p14="http://schemas.microsoft.com/office/powerpoint/2010/main" val="3087954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Need of SRS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50721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effectLst/>
              </a:rPr>
              <a:t>Chrysler Comprehensive Compensation System (C3)</a:t>
            </a:r>
            <a:endParaRPr lang="en-IN" b="1" dirty="0"/>
          </a:p>
        </p:txBody>
      </p:sp>
      <p:sp>
        <p:nvSpPr>
          <p:cNvPr id="3" name="Content Placeholder 2"/>
          <p:cNvSpPr>
            <a:spLocks noGrp="1"/>
          </p:cNvSpPr>
          <p:nvPr>
            <p:ph idx="1"/>
          </p:nvPr>
        </p:nvSpPr>
        <p:spPr/>
        <p:txBody>
          <a:bodyPr>
            <a:normAutofit fontScale="77500" lnSpcReduction="20000"/>
          </a:bodyPr>
          <a:lstStyle/>
          <a:p>
            <a:r>
              <a:rPr lang="en-US" b="1" dirty="0" smtClean="0"/>
              <a:t>Overview</a:t>
            </a:r>
            <a:r>
              <a:rPr lang="en-US" dirty="0" smtClean="0"/>
              <a:t>: In the late 1990s, Chrysler attempted to develop the C3 payroll system to manage paychecks for its 87,000 employees. The project was abandoned after several years of development, costing millions.</a:t>
            </a:r>
          </a:p>
          <a:p>
            <a:r>
              <a:rPr lang="en-US" b="1" dirty="0" smtClean="0"/>
              <a:t>SRS Issue</a:t>
            </a:r>
            <a:r>
              <a:rPr lang="en-US" dirty="0" smtClean="0"/>
              <a:t>: The requirements for the system were poorly defined, leading to misalignment between what Chrysler needed and what the developers built. The SRS lacked clarity on critical functional requirements, such as how the system should handle complex payroll calculations across different employee categories. Additionally, there was insufficient stakeholder involvement, resulting in missing or ambiguous requirements that failed to address key business needs.</a:t>
            </a:r>
          </a:p>
          <a:p>
            <a:r>
              <a:rPr lang="en-US" b="1" dirty="0" smtClean="0"/>
              <a:t>Impact</a:t>
            </a:r>
            <a:r>
              <a:rPr lang="en-US" dirty="0" smtClean="0"/>
              <a:t>: The system could not handle the complexity of Chrysler’s payroll processes, leading to significant rework and delays. The project was eventually shut down, wasting substantial time and resources.</a:t>
            </a:r>
          </a:p>
          <a:p>
            <a:r>
              <a:rPr lang="en-US" b="1" dirty="0" smtClean="0"/>
              <a:t>Classroom Takeaway</a:t>
            </a:r>
            <a:r>
              <a:rPr lang="en-US" dirty="0" smtClean="0"/>
              <a:t>: Highlight how a lack of stakeholder input and incomplete functional requirements in the SRS can derail a project. Discuss the importance of involving end-users (e.g., HR staff) during requirements elicitation to ensure all needs are captured.</a:t>
            </a:r>
          </a:p>
          <a:p>
            <a:endParaRPr lang="en-IN" dirty="0"/>
          </a:p>
        </p:txBody>
      </p:sp>
    </p:spTree>
    <p:extLst>
      <p:ext uri="{BB962C8B-B14F-4D97-AF65-F5344CB8AC3E}">
        <p14:creationId xmlns:p14="http://schemas.microsoft.com/office/powerpoint/2010/main" val="804265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rPr>
              <a:t>Sainsbury’s Supply Chain System</a:t>
            </a:r>
            <a:endParaRPr lang="en-IN" b="1" dirty="0"/>
          </a:p>
        </p:txBody>
      </p:sp>
      <p:sp>
        <p:nvSpPr>
          <p:cNvPr id="3" name="Content Placeholder 2"/>
          <p:cNvSpPr>
            <a:spLocks noGrp="1"/>
          </p:cNvSpPr>
          <p:nvPr>
            <p:ph idx="1"/>
          </p:nvPr>
        </p:nvSpPr>
        <p:spPr/>
        <p:txBody>
          <a:bodyPr>
            <a:normAutofit fontScale="77500" lnSpcReduction="20000"/>
          </a:bodyPr>
          <a:lstStyle/>
          <a:p>
            <a:r>
              <a:rPr lang="en-US" b="1" dirty="0" smtClean="0"/>
              <a:t>Overview</a:t>
            </a:r>
            <a:r>
              <a:rPr lang="en-US" dirty="0" smtClean="0"/>
              <a:t>: In 2004, British retailer Sainsbury’s wrote off a $526 million investment in an automated supply-chain management system intended to streamline warehouse operations.</a:t>
            </a:r>
          </a:p>
          <a:p>
            <a:r>
              <a:rPr lang="en-US" b="1" dirty="0" smtClean="0"/>
              <a:t>SRS Issue</a:t>
            </a:r>
            <a:r>
              <a:rPr lang="en-US" dirty="0" smtClean="0"/>
              <a:t>: The SRS failed to adequately specify integration requirements with existing systems and overlooked non-functional requirements like scalability and reliability under real-world conditions. The requirements were not thoroughly validated with warehouse staff, leading to a system that didn’t align with operational workflows. Ambiguities in the SRS also caused developers to misinterpret how the system should handle inventory tracking.</a:t>
            </a:r>
          </a:p>
          <a:p>
            <a:r>
              <a:rPr lang="en-US" b="1" dirty="0" smtClean="0"/>
              <a:t>Impact</a:t>
            </a:r>
            <a:r>
              <a:rPr lang="en-US" dirty="0" smtClean="0"/>
              <a:t>: The system was inefficient and unable to handle the high volume of transactions, resulting in supply chain disruptions. Sainsbury’s had to revert to manual processes, incurring massive financial losses.</a:t>
            </a:r>
          </a:p>
          <a:p>
            <a:r>
              <a:rPr lang="en-US" b="1" dirty="0" smtClean="0"/>
              <a:t>Classroom Takeaway</a:t>
            </a:r>
            <a:r>
              <a:rPr lang="en-US" dirty="0" smtClean="0"/>
              <a:t>: Emphasize the need for clear integration and non-functional requirements in the SRS. Use this example to show how failing to involve end-users and test requirements for real-world scenarios can lead to catastrophic outcomes.</a:t>
            </a:r>
          </a:p>
        </p:txBody>
      </p:sp>
    </p:spTree>
    <p:extLst>
      <p:ext uri="{BB962C8B-B14F-4D97-AF65-F5344CB8AC3E}">
        <p14:creationId xmlns:p14="http://schemas.microsoft.com/office/powerpoint/2010/main" val="3771848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rPr>
              <a:t>U.S. Federal Aviation Administration (FAA) Advanced Automation System</a:t>
            </a:r>
            <a:endParaRPr lang="en-IN" b="1" dirty="0"/>
          </a:p>
        </p:txBody>
      </p:sp>
      <p:sp>
        <p:nvSpPr>
          <p:cNvPr id="3" name="Content Placeholder 2"/>
          <p:cNvSpPr>
            <a:spLocks noGrp="1"/>
          </p:cNvSpPr>
          <p:nvPr>
            <p:ph idx="1"/>
          </p:nvPr>
        </p:nvSpPr>
        <p:spPr/>
        <p:txBody>
          <a:bodyPr>
            <a:normAutofit fontScale="85000" lnSpcReduction="20000"/>
          </a:bodyPr>
          <a:lstStyle/>
          <a:p>
            <a:r>
              <a:rPr lang="en-US" b="1" dirty="0" smtClean="0"/>
              <a:t>Overview</a:t>
            </a:r>
            <a:r>
              <a:rPr lang="en-US" dirty="0" smtClean="0"/>
              <a:t>: In the 1990s, the FAA spent $2.6 billion on an air traffic control system upgrade that was ultimately abandoned due to persistent issues.</a:t>
            </a:r>
          </a:p>
          <a:p>
            <a:r>
              <a:rPr lang="en-US" b="1" dirty="0" smtClean="0"/>
              <a:t>SRS Issue</a:t>
            </a:r>
            <a:r>
              <a:rPr lang="en-US" dirty="0" smtClean="0"/>
              <a:t>: The SRS was overly complex and contained vague, untestable requirements. For example, performance requirements like response times under high traffic were not clearly defined, and the document failed to prioritize critical safety features. The lack of traceability in the SRS made it difficult to verify whether requirements were met during development.</a:t>
            </a:r>
          </a:p>
          <a:p>
            <a:r>
              <a:rPr lang="en-US" b="1" dirty="0" smtClean="0"/>
              <a:t>Impact</a:t>
            </a:r>
            <a:r>
              <a:rPr lang="en-US" dirty="0" smtClean="0"/>
              <a:t>: The system suffered from delays, cost overruns, and technical issues, such as inability to handle peak loads. The FAA eventually scaled back the project, scrapping much of the work.</a:t>
            </a:r>
          </a:p>
          <a:p>
            <a:r>
              <a:rPr lang="en-US" b="1" dirty="0" smtClean="0"/>
              <a:t>Classroom Takeaway</a:t>
            </a:r>
            <a:r>
              <a:rPr lang="en-US" dirty="0" smtClean="0"/>
              <a:t>: Use this to illustrate the importance of testable and prioritized requirements in the SRS. Discuss how traceability ensures requirements can be tracked through development and testing, preventing costly oversights.</a:t>
            </a:r>
          </a:p>
        </p:txBody>
      </p:sp>
    </p:spTree>
    <p:extLst>
      <p:ext uri="{BB962C8B-B14F-4D97-AF65-F5344CB8AC3E}">
        <p14:creationId xmlns:p14="http://schemas.microsoft.com/office/powerpoint/2010/main" val="1531222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Ford Motor Company’s Purchasing System</a:t>
            </a:r>
            <a:endParaRPr lang="en-IN" dirty="0"/>
          </a:p>
        </p:txBody>
      </p:sp>
      <p:sp>
        <p:nvSpPr>
          <p:cNvPr id="3" name="Content Placeholder 2"/>
          <p:cNvSpPr>
            <a:spLocks noGrp="1"/>
          </p:cNvSpPr>
          <p:nvPr>
            <p:ph idx="1"/>
          </p:nvPr>
        </p:nvSpPr>
        <p:spPr/>
        <p:txBody>
          <a:bodyPr>
            <a:normAutofit fontScale="85000" lnSpcReduction="10000"/>
          </a:bodyPr>
          <a:lstStyle/>
          <a:p>
            <a:r>
              <a:rPr lang="en-US" b="1" dirty="0" smtClean="0"/>
              <a:t>Overview</a:t>
            </a:r>
            <a:r>
              <a:rPr lang="en-US" dirty="0" smtClean="0"/>
              <a:t>: In 2004, Ford abandoned a $400 million purchasing system designed to streamline supplier interactions after it failed to meet expectations.</a:t>
            </a:r>
          </a:p>
          <a:p>
            <a:r>
              <a:rPr lang="en-US" b="1" dirty="0" smtClean="0"/>
              <a:t>SRS Issue</a:t>
            </a:r>
            <a:r>
              <a:rPr lang="en-US" dirty="0" smtClean="0"/>
              <a:t>: The SRS lacked clarity on functional requirements, such as how the system should integrate with Ford’s existing procurement processes. There was also insufficient stakeholder input from suppliers, leading to requirements that didn’t account for their workflows. The SRS failed to address usability requirements, resulting in a system that was difficult for end-users to adopt.</a:t>
            </a:r>
          </a:p>
          <a:p>
            <a:r>
              <a:rPr lang="en-US" b="1" dirty="0" smtClean="0"/>
              <a:t>Impact</a:t>
            </a:r>
            <a:r>
              <a:rPr lang="en-US" dirty="0" smtClean="0"/>
              <a:t>: The system was unusable for many suppliers, leading to inefficiencies and resistance to adoption. Ford scrapped the project, absorbing significant financial losses.</a:t>
            </a:r>
          </a:p>
          <a:p>
            <a:r>
              <a:rPr lang="en-US" b="1" dirty="0" smtClean="0"/>
              <a:t>Classroom Takeaway</a:t>
            </a:r>
            <a:r>
              <a:rPr lang="en-US" dirty="0" smtClean="0"/>
              <a:t>: Highlight the need for stakeholder collaboration and clear usability requirements in the SRS. Demonstrate how a poorly defined SRS can lead to a system that users reject, wasting resources.</a:t>
            </a:r>
          </a:p>
        </p:txBody>
      </p:sp>
    </p:spTree>
    <p:extLst>
      <p:ext uri="{BB962C8B-B14F-4D97-AF65-F5344CB8AC3E}">
        <p14:creationId xmlns:p14="http://schemas.microsoft.com/office/powerpoint/2010/main" val="601096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54652D626EF27418F127E2176372956" ma:contentTypeVersion="0" ma:contentTypeDescription="Create a new document." ma:contentTypeScope="" ma:versionID="d16676a917884333940fadcd7011fb4f">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226B271-5182-40D6-802A-6CBD44C1CF8B}"/>
</file>

<file path=customXml/itemProps2.xml><?xml version="1.0" encoding="utf-8"?>
<ds:datastoreItem xmlns:ds="http://schemas.openxmlformats.org/officeDocument/2006/customXml" ds:itemID="{3C138D5F-C8A4-419A-9F48-AD7C5479BCA1}"/>
</file>

<file path=customXml/itemProps3.xml><?xml version="1.0" encoding="utf-8"?>
<ds:datastoreItem xmlns:ds="http://schemas.openxmlformats.org/officeDocument/2006/customXml" ds:itemID="{EE64B5A7-97C2-4140-8216-FE0510072FD2}"/>
</file>

<file path=docProps/app.xml><?xml version="1.0" encoding="utf-8"?>
<Properties xmlns="http://schemas.openxmlformats.org/officeDocument/2006/extended-properties" xmlns:vt="http://schemas.openxmlformats.org/officeDocument/2006/docPropsVTypes">
  <TotalTime>5</TotalTime>
  <Words>690</Words>
  <Application>Microsoft Office PowerPoint</Application>
  <PresentationFormat>Widescreen</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Need of SRS</vt:lpstr>
      <vt:lpstr>Chrysler Comprehensive Compensation System (C3)</vt:lpstr>
      <vt:lpstr>Sainsbury’s Supply Chain System</vt:lpstr>
      <vt:lpstr>U.S. Federal Aviation Administration (FAA) Advanced Automation System</vt:lpstr>
      <vt:lpstr>Ford Motor Company’s Purchasing System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Need of SRS</dc:title>
  <dc:creator>Hargeet Kaur</dc:creator>
  <cp:lastModifiedBy>Hargeet Kaur</cp:lastModifiedBy>
  <cp:revision>2</cp:revision>
  <dcterms:created xsi:type="dcterms:W3CDTF">2025-08-06T08:33:01Z</dcterms:created>
  <dcterms:modified xsi:type="dcterms:W3CDTF">2025-08-07T08:40:33Z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0x010100954652D626EF27418F127E2176372956</vt:lpwstr>
  </property>
</Properties>
</file>