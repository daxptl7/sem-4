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23.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303" r:id="rId3"/>
    <p:sldId id="305" r:id="rId4"/>
    <p:sldId id="306" r:id="rId5"/>
    <p:sldId id="307" r:id="rId6"/>
    <p:sldId id="304" r:id="rId7"/>
    <p:sldId id="310" r:id="rId8"/>
    <p:sldId id="313" r:id="rId9"/>
    <p:sldId id="311" r:id="rId10"/>
    <p:sldId id="314" r:id="rId11"/>
    <p:sldId id="316" r:id="rId12"/>
    <p:sldId id="317" r:id="rId13"/>
    <p:sldId id="318" r:id="rId14"/>
    <p:sldId id="315" r:id="rId15"/>
    <p:sldId id="319" r:id="rId16"/>
    <p:sldId id="320" r:id="rId17"/>
    <p:sldId id="321" r:id="rId18"/>
    <p:sldId id="322" r:id="rId19"/>
    <p:sldId id="323" r:id="rId20"/>
    <p:sldId id="324" r:id="rId21"/>
    <p:sldId id="325" r:id="rId22"/>
    <p:sldId id="326" r:id="rId23"/>
    <p:sldId id="32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3EB37B-A310-8B60-ABDA-81D3D707C0AA}" v="2" dt="2024-09-01T08:00:13.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114"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6"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7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78"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77" Type="http://schemas.openxmlformats.org/officeDocument/2006/relationships/customXml" Target="../customXml/item2.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1DB98A15-7733-1FAB-894A-68F4C1BD37AD}"/>
    <pc:docChg chg="modSld">
      <pc:chgData name="" userId="" providerId="" clId="Web-{1DB98A15-7733-1FAB-894A-68F4C1BD37AD}" dt="2024-08-24T16:58:30.585" v="0" actId="20577"/>
      <pc:docMkLst>
        <pc:docMk/>
      </pc:docMkLst>
      <pc:sldChg chg="modSp">
        <pc:chgData name="" userId="" providerId="" clId="Web-{1DB98A15-7733-1FAB-894A-68F4C1BD37AD}" dt="2024-08-24T16:58:30.585" v="0" actId="20577"/>
        <pc:sldMkLst>
          <pc:docMk/>
          <pc:sldMk cId="109857222" sldId="256"/>
        </pc:sldMkLst>
        <pc:spChg chg="mod">
          <ac:chgData name="" userId="" providerId="" clId="Web-{1DB98A15-7733-1FAB-894A-68F4C1BD37AD}" dt="2024-08-24T16:58:30.585" v="0" actId="20577"/>
          <ac:spMkLst>
            <pc:docMk/>
            <pc:sldMk cId="109857222" sldId="256"/>
            <ac:spMk id="2" creationId="{00000000-0000-0000-0000-000000000000}"/>
          </ac:spMkLst>
        </pc:spChg>
      </pc:sldChg>
    </pc:docChg>
  </pc:docChgLst>
  <pc:docChgLst>
    <pc:chgData name="Komal S" userId="S::komal.s@pdpu.ac.in::4fb1efaf-2c62-41e6-8bfb-06ab709e1c9f" providerId="AD" clId="Web-{C8282C31-FF8F-6E67-B3D4-0F882721A50F}"/>
    <pc:docChg chg="addSld delSld modSld">
      <pc:chgData name="Komal S" userId="S::komal.s@pdpu.ac.in::4fb1efaf-2c62-41e6-8bfb-06ab709e1c9f" providerId="AD" clId="Web-{C8282C31-FF8F-6E67-B3D4-0F882721A50F}" dt="2024-08-25T16:04:29.135" v="660" actId="20577"/>
      <pc:docMkLst>
        <pc:docMk/>
      </pc:docMkLst>
      <pc:sldChg chg="del">
        <pc:chgData name="Komal S" userId="S::komal.s@pdpu.ac.in::4fb1efaf-2c62-41e6-8bfb-06ab709e1c9f" providerId="AD" clId="Web-{C8282C31-FF8F-6E67-B3D4-0F882721A50F}" dt="2024-08-25T07:58:07.084" v="0"/>
        <pc:sldMkLst>
          <pc:docMk/>
          <pc:sldMk cId="109857222" sldId="256"/>
        </pc:sldMkLst>
      </pc:sldChg>
      <pc:sldChg chg="modSp">
        <pc:chgData name="Komal S" userId="S::komal.s@pdpu.ac.in::4fb1efaf-2c62-41e6-8bfb-06ab709e1c9f" providerId="AD" clId="Web-{C8282C31-FF8F-6E67-B3D4-0F882721A50F}" dt="2024-08-25T07:58:33.898" v="8" actId="20577"/>
        <pc:sldMkLst>
          <pc:docMk/>
          <pc:sldMk cId="3425926365" sldId="257"/>
        </pc:sldMkLst>
        <pc:spChg chg="mod">
          <ac:chgData name="Komal S" userId="S::komal.s@pdpu.ac.in::4fb1efaf-2c62-41e6-8bfb-06ab709e1c9f" providerId="AD" clId="Web-{C8282C31-FF8F-6E67-B3D4-0F882721A50F}" dt="2024-08-25T07:58:33.898" v="8" actId="20577"/>
          <ac:spMkLst>
            <pc:docMk/>
            <pc:sldMk cId="3425926365" sldId="257"/>
            <ac:spMk id="2" creationId="{9DB77528-4A24-D680-8723-A0253CE768C5}"/>
          </ac:spMkLst>
        </pc:spChg>
      </pc:sldChg>
      <pc:sldChg chg="modSp new">
        <pc:chgData name="Komal S" userId="S::komal.s@pdpu.ac.in::4fb1efaf-2c62-41e6-8bfb-06ab709e1c9f" providerId="AD" clId="Web-{C8282C31-FF8F-6E67-B3D4-0F882721A50F}" dt="2024-08-25T15:13:57.290" v="525" actId="20577"/>
        <pc:sldMkLst>
          <pc:docMk/>
          <pc:sldMk cId="963951447" sldId="258"/>
        </pc:sldMkLst>
        <pc:spChg chg="mod">
          <ac:chgData name="Komal S" userId="S::komal.s@pdpu.ac.in::4fb1efaf-2c62-41e6-8bfb-06ab709e1c9f" providerId="AD" clId="Web-{C8282C31-FF8F-6E67-B3D4-0F882721A50F}" dt="2024-08-25T15:13:57.290" v="525" actId="20577"/>
          <ac:spMkLst>
            <pc:docMk/>
            <pc:sldMk cId="963951447" sldId="258"/>
            <ac:spMk id="2" creationId="{73B7353E-6CA3-1D1D-0E17-30D4ECA0838A}"/>
          </ac:spMkLst>
        </pc:spChg>
        <pc:spChg chg="mod">
          <ac:chgData name="Komal S" userId="S::komal.s@pdpu.ac.in::4fb1efaf-2c62-41e6-8bfb-06ab709e1c9f" providerId="AD" clId="Web-{C8282C31-FF8F-6E67-B3D4-0F882721A50F}" dt="2024-08-25T08:16:33.926" v="18" actId="20577"/>
          <ac:spMkLst>
            <pc:docMk/>
            <pc:sldMk cId="963951447" sldId="258"/>
            <ac:spMk id="3" creationId="{6867C569-A962-5E90-661C-CEF026C7E5CB}"/>
          </ac:spMkLst>
        </pc:spChg>
      </pc:sldChg>
      <pc:sldChg chg="modSp new">
        <pc:chgData name="Komal S" userId="S::komal.s@pdpu.ac.in::4fb1efaf-2c62-41e6-8bfb-06ab709e1c9f" providerId="AD" clId="Web-{C8282C31-FF8F-6E67-B3D4-0F882721A50F}" dt="2024-08-25T08:22:18.953" v="49" actId="20577"/>
        <pc:sldMkLst>
          <pc:docMk/>
          <pc:sldMk cId="629661951" sldId="259"/>
        </pc:sldMkLst>
        <pc:spChg chg="mod">
          <ac:chgData name="Komal S" userId="S::komal.s@pdpu.ac.in::4fb1efaf-2c62-41e6-8bfb-06ab709e1c9f" providerId="AD" clId="Web-{C8282C31-FF8F-6E67-B3D4-0F882721A50F}" dt="2024-08-25T08:19:00.259" v="36" actId="20577"/>
          <ac:spMkLst>
            <pc:docMk/>
            <pc:sldMk cId="629661951" sldId="259"/>
            <ac:spMk id="2" creationId="{1C96A5CE-BCB1-D02C-53D8-1B941AD3EFD6}"/>
          </ac:spMkLst>
        </pc:spChg>
        <pc:spChg chg="mod">
          <ac:chgData name="Komal S" userId="S::komal.s@pdpu.ac.in::4fb1efaf-2c62-41e6-8bfb-06ab709e1c9f" providerId="AD" clId="Web-{C8282C31-FF8F-6E67-B3D4-0F882721A50F}" dt="2024-08-25T08:22:18.953" v="49" actId="20577"/>
          <ac:spMkLst>
            <pc:docMk/>
            <pc:sldMk cId="629661951" sldId="259"/>
            <ac:spMk id="3" creationId="{A48A950D-14DE-644D-260E-500BB927CAD6}"/>
          </ac:spMkLst>
        </pc:spChg>
      </pc:sldChg>
      <pc:sldChg chg="modSp new">
        <pc:chgData name="Komal S" userId="S::komal.s@pdpu.ac.in::4fb1efaf-2c62-41e6-8bfb-06ab709e1c9f" providerId="AD" clId="Web-{C8282C31-FF8F-6E67-B3D4-0F882721A50F}" dt="2024-08-25T08:23:29.221" v="60" actId="20577"/>
        <pc:sldMkLst>
          <pc:docMk/>
          <pc:sldMk cId="3246204002" sldId="260"/>
        </pc:sldMkLst>
        <pc:spChg chg="mod">
          <ac:chgData name="Komal S" userId="S::komal.s@pdpu.ac.in::4fb1efaf-2c62-41e6-8bfb-06ab709e1c9f" providerId="AD" clId="Web-{C8282C31-FF8F-6E67-B3D4-0F882721A50F}" dt="2024-08-25T08:23:29.221" v="60" actId="20577"/>
          <ac:spMkLst>
            <pc:docMk/>
            <pc:sldMk cId="3246204002" sldId="260"/>
            <ac:spMk id="3" creationId="{49E4514F-C753-7E30-20C3-C4C805E799C7}"/>
          </ac:spMkLst>
        </pc:spChg>
      </pc:sldChg>
      <pc:sldChg chg="modSp new">
        <pc:chgData name="Komal S" userId="S::komal.s@pdpu.ac.in::4fb1efaf-2c62-41e6-8bfb-06ab709e1c9f" providerId="AD" clId="Web-{C8282C31-FF8F-6E67-B3D4-0F882721A50F}" dt="2024-08-25T08:25:57.492" v="75" actId="20577"/>
        <pc:sldMkLst>
          <pc:docMk/>
          <pc:sldMk cId="941182335" sldId="261"/>
        </pc:sldMkLst>
        <pc:spChg chg="mod">
          <ac:chgData name="Komal S" userId="S::komal.s@pdpu.ac.in::4fb1efaf-2c62-41e6-8bfb-06ab709e1c9f" providerId="AD" clId="Web-{C8282C31-FF8F-6E67-B3D4-0F882721A50F}" dt="2024-08-25T08:25:57.492" v="75" actId="20577"/>
          <ac:spMkLst>
            <pc:docMk/>
            <pc:sldMk cId="941182335" sldId="261"/>
            <ac:spMk id="3" creationId="{E13FC08D-02D1-9563-F5C2-D773BBE9C9D1}"/>
          </ac:spMkLst>
        </pc:spChg>
      </pc:sldChg>
      <pc:sldChg chg="modSp new">
        <pc:chgData name="Komal S" userId="S::komal.s@pdpu.ac.in::4fb1efaf-2c62-41e6-8bfb-06ab709e1c9f" providerId="AD" clId="Web-{C8282C31-FF8F-6E67-B3D4-0F882721A50F}" dt="2024-08-25T08:30:19.131" v="82" actId="20577"/>
        <pc:sldMkLst>
          <pc:docMk/>
          <pc:sldMk cId="1561665079" sldId="262"/>
        </pc:sldMkLst>
        <pc:spChg chg="mod">
          <ac:chgData name="Komal S" userId="S::komal.s@pdpu.ac.in::4fb1efaf-2c62-41e6-8bfb-06ab709e1c9f" providerId="AD" clId="Web-{C8282C31-FF8F-6E67-B3D4-0F882721A50F}" dt="2024-08-25T08:30:19.131" v="82" actId="20577"/>
          <ac:spMkLst>
            <pc:docMk/>
            <pc:sldMk cId="1561665079" sldId="262"/>
            <ac:spMk id="3" creationId="{671BAD88-AB4D-BEE4-7F74-76E92062EA13}"/>
          </ac:spMkLst>
        </pc:spChg>
      </pc:sldChg>
      <pc:sldChg chg="modSp new">
        <pc:chgData name="Komal S" userId="S::komal.s@pdpu.ac.in::4fb1efaf-2c62-41e6-8bfb-06ab709e1c9f" providerId="AD" clId="Web-{C8282C31-FF8F-6E67-B3D4-0F882721A50F}" dt="2024-08-25T08:35:00.453" v="131" actId="20577"/>
        <pc:sldMkLst>
          <pc:docMk/>
          <pc:sldMk cId="2059879517" sldId="263"/>
        </pc:sldMkLst>
        <pc:spChg chg="mod">
          <ac:chgData name="Komal S" userId="S::komal.s@pdpu.ac.in::4fb1efaf-2c62-41e6-8bfb-06ab709e1c9f" providerId="AD" clId="Web-{C8282C31-FF8F-6E67-B3D4-0F882721A50F}" dt="2024-08-25T08:31:01.757" v="103" actId="20577"/>
          <ac:spMkLst>
            <pc:docMk/>
            <pc:sldMk cId="2059879517" sldId="263"/>
            <ac:spMk id="2" creationId="{9FEDEF7A-86CE-EEEA-2C99-F7C287351759}"/>
          </ac:spMkLst>
        </pc:spChg>
        <pc:spChg chg="mod">
          <ac:chgData name="Komal S" userId="S::komal.s@pdpu.ac.in::4fb1efaf-2c62-41e6-8bfb-06ab709e1c9f" providerId="AD" clId="Web-{C8282C31-FF8F-6E67-B3D4-0F882721A50F}" dt="2024-08-25T08:35:00.453" v="131" actId="20577"/>
          <ac:spMkLst>
            <pc:docMk/>
            <pc:sldMk cId="2059879517" sldId="263"/>
            <ac:spMk id="3" creationId="{E6F83603-4B22-EBCB-D772-348A330758D8}"/>
          </ac:spMkLst>
        </pc:spChg>
      </pc:sldChg>
      <pc:sldChg chg="addSp delSp modSp new">
        <pc:chgData name="Komal S" userId="S::komal.s@pdpu.ac.in::4fb1efaf-2c62-41e6-8bfb-06ab709e1c9f" providerId="AD" clId="Web-{C8282C31-FF8F-6E67-B3D4-0F882721A50F}" dt="2024-08-25T16:00:05.054" v="605" actId="20577"/>
        <pc:sldMkLst>
          <pc:docMk/>
          <pc:sldMk cId="49744603" sldId="264"/>
        </pc:sldMkLst>
        <pc:spChg chg="mod">
          <ac:chgData name="Komal S" userId="S::komal.s@pdpu.ac.in::4fb1efaf-2c62-41e6-8bfb-06ab709e1c9f" providerId="AD" clId="Web-{C8282C31-FF8F-6E67-B3D4-0F882721A50F}" dt="2024-08-25T16:00:05.054" v="605" actId="20577"/>
          <ac:spMkLst>
            <pc:docMk/>
            <pc:sldMk cId="49744603" sldId="264"/>
            <ac:spMk id="2" creationId="{DCC53CCB-35C4-349E-A6BD-9B9133590E56}"/>
          </ac:spMkLst>
        </pc:spChg>
        <pc:spChg chg="mod">
          <ac:chgData name="Komal S" userId="S::komal.s@pdpu.ac.in::4fb1efaf-2c62-41e6-8bfb-06ab709e1c9f" providerId="AD" clId="Web-{C8282C31-FF8F-6E67-B3D4-0F882721A50F}" dt="2024-08-25T16:00:02.554" v="592" actId="20577"/>
          <ac:spMkLst>
            <pc:docMk/>
            <pc:sldMk cId="49744603" sldId="264"/>
            <ac:spMk id="3" creationId="{107FCA5B-C113-5354-E774-9E57B5A4ECE3}"/>
          </ac:spMkLst>
        </pc:spChg>
        <pc:picChg chg="add del mod">
          <ac:chgData name="Komal S" userId="S::komal.s@pdpu.ac.in::4fb1efaf-2c62-41e6-8bfb-06ab709e1c9f" providerId="AD" clId="Web-{C8282C31-FF8F-6E67-B3D4-0F882721A50F}" dt="2024-08-25T08:42:03.249" v="145"/>
          <ac:picMkLst>
            <pc:docMk/>
            <pc:sldMk cId="49744603" sldId="264"/>
            <ac:picMk id="4" creationId="{9B412D16-26DE-3B30-EB1B-AC5A5F65F144}"/>
          </ac:picMkLst>
        </pc:picChg>
        <pc:picChg chg="add del mod">
          <ac:chgData name="Komal S" userId="S::komal.s@pdpu.ac.in::4fb1efaf-2c62-41e6-8bfb-06ab709e1c9f" providerId="AD" clId="Web-{C8282C31-FF8F-6E67-B3D4-0F882721A50F}" dt="2024-08-25T08:43:10.907" v="148"/>
          <ac:picMkLst>
            <pc:docMk/>
            <pc:sldMk cId="49744603" sldId="264"/>
            <ac:picMk id="5" creationId="{FB0D5AD4-79F4-2150-6A85-2600398C722E}"/>
          </ac:picMkLst>
        </pc:picChg>
        <pc:picChg chg="add del mod">
          <ac:chgData name="Komal S" userId="S::komal.s@pdpu.ac.in::4fb1efaf-2c62-41e6-8bfb-06ab709e1c9f" providerId="AD" clId="Web-{C8282C31-FF8F-6E67-B3D4-0F882721A50F}" dt="2024-08-25T08:44:03.628" v="150"/>
          <ac:picMkLst>
            <pc:docMk/>
            <pc:sldMk cId="49744603" sldId="264"/>
            <ac:picMk id="6" creationId="{7975D517-9794-778B-81D3-EE12AA473F6E}"/>
          </ac:picMkLst>
        </pc:picChg>
        <pc:picChg chg="add del mod">
          <ac:chgData name="Komal S" userId="S::komal.s@pdpu.ac.in::4fb1efaf-2c62-41e6-8bfb-06ab709e1c9f" providerId="AD" clId="Web-{C8282C31-FF8F-6E67-B3D4-0F882721A50F}" dt="2024-08-25T08:45:27.521" v="154"/>
          <ac:picMkLst>
            <pc:docMk/>
            <pc:sldMk cId="49744603" sldId="264"/>
            <ac:picMk id="7" creationId="{F3735757-EF46-7720-60A0-52602B1BCADD}"/>
          </ac:picMkLst>
        </pc:picChg>
      </pc:sldChg>
      <pc:sldChg chg="new del">
        <pc:chgData name="Komal S" userId="S::komal.s@pdpu.ac.in::4fb1efaf-2c62-41e6-8bfb-06ab709e1c9f" providerId="AD" clId="Web-{C8282C31-FF8F-6E67-B3D4-0F882721A50F}" dt="2024-08-25T08:48:09.545" v="167"/>
        <pc:sldMkLst>
          <pc:docMk/>
          <pc:sldMk cId="2400890587" sldId="265"/>
        </pc:sldMkLst>
      </pc:sldChg>
      <pc:sldChg chg="modSp new">
        <pc:chgData name="Komal S" userId="S::komal.s@pdpu.ac.in::4fb1efaf-2c62-41e6-8bfb-06ab709e1c9f" providerId="AD" clId="Web-{C8282C31-FF8F-6E67-B3D4-0F882721A50F}" dt="2024-08-25T14:35:42.782" v="320" actId="20577"/>
        <pc:sldMkLst>
          <pc:docMk/>
          <pc:sldMk cId="3870353081" sldId="265"/>
        </pc:sldMkLst>
        <pc:spChg chg="mod">
          <ac:chgData name="Komal S" userId="S::komal.s@pdpu.ac.in::4fb1efaf-2c62-41e6-8bfb-06ab709e1c9f" providerId="AD" clId="Web-{C8282C31-FF8F-6E67-B3D4-0F882721A50F}" dt="2024-08-25T14:35:42.782" v="320" actId="20577"/>
          <ac:spMkLst>
            <pc:docMk/>
            <pc:sldMk cId="3870353081" sldId="265"/>
            <ac:spMk id="3" creationId="{102F8D0F-3D11-9A94-A8A8-3630098FDA6D}"/>
          </ac:spMkLst>
        </pc:spChg>
      </pc:sldChg>
      <pc:sldChg chg="modSp new">
        <pc:chgData name="Komal S" userId="S::komal.s@pdpu.ac.in::4fb1efaf-2c62-41e6-8bfb-06ab709e1c9f" providerId="AD" clId="Web-{C8282C31-FF8F-6E67-B3D4-0F882721A50F}" dt="2024-08-25T09:53:23.732" v="312" actId="20577"/>
        <pc:sldMkLst>
          <pc:docMk/>
          <pc:sldMk cId="3250167157" sldId="266"/>
        </pc:sldMkLst>
        <pc:spChg chg="mod">
          <ac:chgData name="Komal S" userId="S::komal.s@pdpu.ac.in::4fb1efaf-2c62-41e6-8bfb-06ab709e1c9f" providerId="AD" clId="Web-{C8282C31-FF8F-6E67-B3D4-0F882721A50F}" dt="2024-08-25T09:53:23.732" v="312" actId="20577"/>
          <ac:spMkLst>
            <pc:docMk/>
            <pc:sldMk cId="3250167157" sldId="266"/>
            <ac:spMk id="3" creationId="{5AB98356-F509-99AF-659B-998F6D05D9D4}"/>
          </ac:spMkLst>
        </pc:spChg>
      </pc:sldChg>
      <pc:sldChg chg="modSp new">
        <pc:chgData name="Komal S" userId="S::komal.s@pdpu.ac.in::4fb1efaf-2c62-41e6-8bfb-06ab709e1c9f" providerId="AD" clId="Web-{C8282C31-FF8F-6E67-B3D4-0F882721A50F}" dt="2024-08-25T14:49:42.224" v="341" actId="20577"/>
        <pc:sldMkLst>
          <pc:docMk/>
          <pc:sldMk cId="1635188822" sldId="267"/>
        </pc:sldMkLst>
        <pc:spChg chg="mod">
          <ac:chgData name="Komal S" userId="S::komal.s@pdpu.ac.in::4fb1efaf-2c62-41e6-8bfb-06ab709e1c9f" providerId="AD" clId="Web-{C8282C31-FF8F-6E67-B3D4-0F882721A50F}" dt="2024-08-25T14:49:42.224" v="341" actId="20577"/>
          <ac:spMkLst>
            <pc:docMk/>
            <pc:sldMk cId="1635188822" sldId="267"/>
            <ac:spMk id="3" creationId="{0AB2955B-78C7-7BA7-60A3-68F7EC130E27}"/>
          </ac:spMkLst>
        </pc:spChg>
      </pc:sldChg>
      <pc:sldChg chg="modSp new">
        <pc:chgData name="Komal S" userId="S::komal.s@pdpu.ac.in::4fb1efaf-2c62-41e6-8bfb-06ab709e1c9f" providerId="AD" clId="Web-{C8282C31-FF8F-6E67-B3D4-0F882721A50F}" dt="2024-08-25T09:50:20.289" v="273" actId="20577"/>
        <pc:sldMkLst>
          <pc:docMk/>
          <pc:sldMk cId="1286242750" sldId="268"/>
        </pc:sldMkLst>
        <pc:spChg chg="mod">
          <ac:chgData name="Komal S" userId="S::komal.s@pdpu.ac.in::4fb1efaf-2c62-41e6-8bfb-06ab709e1c9f" providerId="AD" clId="Web-{C8282C31-FF8F-6E67-B3D4-0F882721A50F}" dt="2024-08-25T09:50:20.289" v="273" actId="20577"/>
          <ac:spMkLst>
            <pc:docMk/>
            <pc:sldMk cId="1286242750" sldId="268"/>
            <ac:spMk id="2" creationId="{8A44D845-0E82-6FA0-313B-3350D788EBED}"/>
          </ac:spMkLst>
        </pc:spChg>
        <pc:spChg chg="mod">
          <ac:chgData name="Komal S" userId="S::komal.s@pdpu.ac.in::4fb1efaf-2c62-41e6-8bfb-06ab709e1c9f" providerId="AD" clId="Web-{C8282C31-FF8F-6E67-B3D4-0F882721A50F}" dt="2024-08-25T09:49:49.945" v="262" actId="20577"/>
          <ac:spMkLst>
            <pc:docMk/>
            <pc:sldMk cId="1286242750" sldId="268"/>
            <ac:spMk id="3" creationId="{A6F48360-E9CE-1FBA-F801-58DFEB3DCB2C}"/>
          </ac:spMkLst>
        </pc:spChg>
      </pc:sldChg>
      <pc:sldChg chg="modSp new">
        <pc:chgData name="Komal S" userId="S::komal.s@pdpu.ac.in::4fb1efaf-2c62-41e6-8bfb-06ab709e1c9f" providerId="AD" clId="Web-{C8282C31-FF8F-6E67-B3D4-0F882721A50F}" dt="2024-08-25T14:51:50.037" v="363" actId="20577"/>
        <pc:sldMkLst>
          <pc:docMk/>
          <pc:sldMk cId="2136728361" sldId="269"/>
        </pc:sldMkLst>
        <pc:spChg chg="mod">
          <ac:chgData name="Komal S" userId="S::komal.s@pdpu.ac.in::4fb1efaf-2c62-41e6-8bfb-06ab709e1c9f" providerId="AD" clId="Web-{C8282C31-FF8F-6E67-B3D4-0F882721A50F}" dt="2024-08-25T14:51:50.037" v="363" actId="20577"/>
          <ac:spMkLst>
            <pc:docMk/>
            <pc:sldMk cId="2136728361" sldId="269"/>
            <ac:spMk id="3" creationId="{CC9BB234-ADCB-DDAC-AAD1-AC84584CAF89}"/>
          </ac:spMkLst>
        </pc:spChg>
      </pc:sldChg>
      <pc:sldChg chg="modSp new">
        <pc:chgData name="Komal S" userId="S::komal.s@pdpu.ac.in::4fb1efaf-2c62-41e6-8bfb-06ab709e1c9f" providerId="AD" clId="Web-{C8282C31-FF8F-6E67-B3D4-0F882721A50F}" dt="2024-08-25T14:58:31.593" v="399" actId="20577"/>
        <pc:sldMkLst>
          <pc:docMk/>
          <pc:sldMk cId="1183307510" sldId="270"/>
        </pc:sldMkLst>
        <pc:spChg chg="mod">
          <ac:chgData name="Komal S" userId="S::komal.s@pdpu.ac.in::4fb1efaf-2c62-41e6-8bfb-06ab709e1c9f" providerId="AD" clId="Web-{C8282C31-FF8F-6E67-B3D4-0F882721A50F}" dt="2024-08-25T14:55:53.743" v="370" actId="20577"/>
          <ac:spMkLst>
            <pc:docMk/>
            <pc:sldMk cId="1183307510" sldId="270"/>
            <ac:spMk id="2" creationId="{D07B1DB8-FEDF-F721-9BE7-997BFEFA6533}"/>
          </ac:spMkLst>
        </pc:spChg>
        <pc:spChg chg="mod">
          <ac:chgData name="Komal S" userId="S::komal.s@pdpu.ac.in::4fb1efaf-2c62-41e6-8bfb-06ab709e1c9f" providerId="AD" clId="Web-{C8282C31-FF8F-6E67-B3D4-0F882721A50F}" dt="2024-08-25T14:58:31.593" v="399" actId="20577"/>
          <ac:spMkLst>
            <pc:docMk/>
            <pc:sldMk cId="1183307510" sldId="270"/>
            <ac:spMk id="3" creationId="{38335BFF-5EE2-624F-53C6-DC1FD19C4C2E}"/>
          </ac:spMkLst>
        </pc:spChg>
      </pc:sldChg>
      <pc:sldChg chg="modSp new">
        <pc:chgData name="Komal S" userId="S::komal.s@pdpu.ac.in::4fb1efaf-2c62-41e6-8bfb-06ab709e1c9f" providerId="AD" clId="Web-{C8282C31-FF8F-6E67-B3D4-0F882721A50F}" dt="2024-08-25T15:01:56.704" v="426" actId="20577"/>
        <pc:sldMkLst>
          <pc:docMk/>
          <pc:sldMk cId="1544844471" sldId="271"/>
        </pc:sldMkLst>
        <pc:spChg chg="mod">
          <ac:chgData name="Komal S" userId="S::komal.s@pdpu.ac.in::4fb1efaf-2c62-41e6-8bfb-06ab709e1c9f" providerId="AD" clId="Web-{C8282C31-FF8F-6E67-B3D4-0F882721A50F}" dt="2024-08-25T15:00:30.250" v="403" actId="20577"/>
          <ac:spMkLst>
            <pc:docMk/>
            <pc:sldMk cId="1544844471" sldId="271"/>
            <ac:spMk id="2" creationId="{F91017E5-C3B0-921B-0368-E3C02D2C1B47}"/>
          </ac:spMkLst>
        </pc:spChg>
        <pc:spChg chg="mod">
          <ac:chgData name="Komal S" userId="S::komal.s@pdpu.ac.in::4fb1efaf-2c62-41e6-8bfb-06ab709e1c9f" providerId="AD" clId="Web-{C8282C31-FF8F-6E67-B3D4-0F882721A50F}" dt="2024-08-25T15:01:56.704" v="426" actId="20577"/>
          <ac:spMkLst>
            <pc:docMk/>
            <pc:sldMk cId="1544844471" sldId="271"/>
            <ac:spMk id="3" creationId="{00991024-0B6A-819D-3681-9F0B7626B3C7}"/>
          </ac:spMkLst>
        </pc:spChg>
      </pc:sldChg>
      <pc:sldChg chg="modSp new">
        <pc:chgData name="Komal S" userId="S::komal.s@pdpu.ac.in::4fb1efaf-2c62-41e6-8bfb-06ab709e1c9f" providerId="AD" clId="Web-{C8282C31-FF8F-6E67-B3D4-0F882721A50F}" dt="2024-08-25T15:03:57.392" v="447" actId="14100"/>
        <pc:sldMkLst>
          <pc:docMk/>
          <pc:sldMk cId="3960511109" sldId="272"/>
        </pc:sldMkLst>
        <pc:spChg chg="mod">
          <ac:chgData name="Komal S" userId="S::komal.s@pdpu.ac.in::4fb1efaf-2c62-41e6-8bfb-06ab709e1c9f" providerId="AD" clId="Web-{C8282C31-FF8F-6E67-B3D4-0F882721A50F}" dt="2024-08-25T15:03:57.392" v="447" actId="14100"/>
          <ac:spMkLst>
            <pc:docMk/>
            <pc:sldMk cId="3960511109" sldId="272"/>
            <ac:spMk id="3" creationId="{E7BCD75A-B78F-6C66-9E1D-7E963E694A5B}"/>
          </ac:spMkLst>
        </pc:spChg>
      </pc:sldChg>
      <pc:sldChg chg="modSp new">
        <pc:chgData name="Komal S" userId="S::komal.s@pdpu.ac.in::4fb1efaf-2c62-41e6-8bfb-06ab709e1c9f" providerId="AD" clId="Web-{C8282C31-FF8F-6E67-B3D4-0F882721A50F}" dt="2024-08-25T15:07:47.988" v="469" actId="20577"/>
        <pc:sldMkLst>
          <pc:docMk/>
          <pc:sldMk cId="1627204256" sldId="273"/>
        </pc:sldMkLst>
        <pc:spChg chg="mod">
          <ac:chgData name="Komal S" userId="S::komal.s@pdpu.ac.in::4fb1efaf-2c62-41e6-8bfb-06ab709e1c9f" providerId="AD" clId="Web-{C8282C31-FF8F-6E67-B3D4-0F882721A50F}" dt="2024-08-25T15:07:47.988" v="469" actId="20577"/>
          <ac:spMkLst>
            <pc:docMk/>
            <pc:sldMk cId="1627204256" sldId="273"/>
            <ac:spMk id="2" creationId="{6C7E32B4-B91A-1DD0-2F50-616B87F7A24A}"/>
          </ac:spMkLst>
        </pc:spChg>
        <pc:spChg chg="mod">
          <ac:chgData name="Komal S" userId="S::komal.s@pdpu.ac.in::4fb1efaf-2c62-41e6-8bfb-06ab709e1c9f" providerId="AD" clId="Web-{C8282C31-FF8F-6E67-B3D4-0F882721A50F}" dt="2024-08-25T15:07:14.456" v="460" actId="14100"/>
          <ac:spMkLst>
            <pc:docMk/>
            <pc:sldMk cId="1627204256" sldId="273"/>
            <ac:spMk id="3" creationId="{6FB161A8-E5A3-3C49-5F72-ED234F0D6D61}"/>
          </ac:spMkLst>
        </pc:spChg>
      </pc:sldChg>
      <pc:sldChg chg="modSp new del">
        <pc:chgData name="Komal S" userId="S::komal.s@pdpu.ac.in::4fb1efaf-2c62-41e6-8bfb-06ab709e1c9f" providerId="AD" clId="Web-{C8282C31-FF8F-6E67-B3D4-0F882721A50F}" dt="2024-08-25T15:11:09.958" v="504"/>
        <pc:sldMkLst>
          <pc:docMk/>
          <pc:sldMk cId="597623279" sldId="274"/>
        </pc:sldMkLst>
        <pc:spChg chg="mod">
          <ac:chgData name="Komal S" userId="S::komal.s@pdpu.ac.in::4fb1efaf-2c62-41e6-8bfb-06ab709e1c9f" providerId="AD" clId="Web-{C8282C31-FF8F-6E67-B3D4-0F882721A50F}" dt="2024-08-25T15:08:31.129" v="472" actId="20577"/>
          <ac:spMkLst>
            <pc:docMk/>
            <pc:sldMk cId="597623279" sldId="274"/>
            <ac:spMk id="2" creationId="{37912027-DB23-DC95-513F-B69A2DB3D54F}"/>
          </ac:spMkLst>
        </pc:spChg>
        <pc:spChg chg="mod">
          <ac:chgData name="Komal S" userId="S::komal.s@pdpu.ac.in::4fb1efaf-2c62-41e6-8bfb-06ab709e1c9f" providerId="AD" clId="Web-{C8282C31-FF8F-6E67-B3D4-0F882721A50F}" dt="2024-08-25T15:10:07.848" v="503" actId="20577"/>
          <ac:spMkLst>
            <pc:docMk/>
            <pc:sldMk cId="597623279" sldId="274"/>
            <ac:spMk id="3" creationId="{C51185F1-B858-DE33-D85F-1AA6F9D06A36}"/>
          </ac:spMkLst>
        </pc:spChg>
      </pc:sldChg>
      <pc:sldChg chg="modSp new">
        <pc:chgData name="Komal S" userId="S::komal.s@pdpu.ac.in::4fb1efaf-2c62-41e6-8bfb-06ab709e1c9f" providerId="AD" clId="Web-{C8282C31-FF8F-6E67-B3D4-0F882721A50F}" dt="2024-08-25T16:04:29.135" v="660" actId="20577"/>
        <pc:sldMkLst>
          <pc:docMk/>
          <pc:sldMk cId="3940712024" sldId="274"/>
        </pc:sldMkLst>
        <pc:spChg chg="mod">
          <ac:chgData name="Komal S" userId="S::komal.s@pdpu.ac.in::4fb1efaf-2c62-41e6-8bfb-06ab709e1c9f" providerId="AD" clId="Web-{C8282C31-FF8F-6E67-B3D4-0F882721A50F}" dt="2024-08-25T16:03:31.150" v="650" actId="20577"/>
          <ac:spMkLst>
            <pc:docMk/>
            <pc:sldMk cId="3940712024" sldId="274"/>
            <ac:spMk id="2" creationId="{33EF5484-4C04-2E71-6252-BF1843F31DC7}"/>
          </ac:spMkLst>
        </pc:spChg>
        <pc:spChg chg="mod">
          <ac:chgData name="Komal S" userId="S::komal.s@pdpu.ac.in::4fb1efaf-2c62-41e6-8bfb-06ab709e1c9f" providerId="AD" clId="Web-{C8282C31-FF8F-6E67-B3D4-0F882721A50F}" dt="2024-08-25T16:04:29.135" v="660" actId="20577"/>
          <ac:spMkLst>
            <pc:docMk/>
            <pc:sldMk cId="3940712024" sldId="274"/>
            <ac:spMk id="3" creationId="{894B0AAA-A6CD-676A-5D26-8BE11F18F0F6}"/>
          </ac:spMkLst>
        </pc:spChg>
      </pc:sldChg>
    </pc:docChg>
  </pc:docChgLst>
  <pc:docChgLst>
    <pc:chgData name="Komal S" userId="S::komal.s@pdpu.ac.in::4fb1efaf-2c62-41e6-8bfb-06ab709e1c9f" providerId="AD" clId="Web-{DB17E278-6A14-9CFC-B9DC-1753B4AE49D7}"/>
    <pc:docChg chg="addSld delSld modSld sldOrd">
      <pc:chgData name="Komal S" userId="S::komal.s@pdpu.ac.in::4fb1efaf-2c62-41e6-8bfb-06ab709e1c9f" providerId="AD" clId="Web-{DB17E278-6A14-9CFC-B9DC-1753B4AE49D7}" dt="2024-08-25T18:56:21.918" v="429" actId="20577"/>
      <pc:docMkLst>
        <pc:docMk/>
      </pc:docMkLst>
      <pc:sldChg chg="modSp new">
        <pc:chgData name="Komal S" userId="S::komal.s@pdpu.ac.in::4fb1efaf-2c62-41e6-8bfb-06ab709e1c9f" providerId="AD" clId="Web-{DB17E278-6A14-9CFC-B9DC-1753B4AE49D7}" dt="2024-08-25T17:47:07.212" v="177" actId="20577"/>
        <pc:sldMkLst>
          <pc:docMk/>
          <pc:sldMk cId="3011119405" sldId="275"/>
        </pc:sldMkLst>
        <pc:spChg chg="mod">
          <ac:chgData name="Komal S" userId="S::komal.s@pdpu.ac.in::4fb1efaf-2c62-41e6-8bfb-06ab709e1c9f" providerId="AD" clId="Web-{DB17E278-6A14-9CFC-B9DC-1753B4AE49D7}" dt="2024-08-25T17:47:07.212" v="177" actId="20577"/>
          <ac:spMkLst>
            <pc:docMk/>
            <pc:sldMk cId="3011119405" sldId="275"/>
            <ac:spMk id="3" creationId="{E3792D59-21A5-3E97-0598-CDCD35679BC8}"/>
          </ac:spMkLst>
        </pc:spChg>
      </pc:sldChg>
      <pc:sldChg chg="modSp new del ord">
        <pc:chgData name="Komal S" userId="S::komal.s@pdpu.ac.in::4fb1efaf-2c62-41e6-8bfb-06ab709e1c9f" providerId="AD" clId="Web-{DB17E278-6A14-9CFC-B9DC-1753B4AE49D7}" dt="2024-08-25T17:55:28.276" v="239"/>
        <pc:sldMkLst>
          <pc:docMk/>
          <pc:sldMk cId="3878891468" sldId="276"/>
        </pc:sldMkLst>
        <pc:spChg chg="mod">
          <ac:chgData name="Komal S" userId="S::komal.s@pdpu.ac.in::4fb1efaf-2c62-41e6-8bfb-06ab709e1c9f" providerId="AD" clId="Web-{DB17E278-6A14-9CFC-B9DC-1753B4AE49D7}" dt="2024-08-25T16:15:26.520" v="59" actId="20577"/>
          <ac:spMkLst>
            <pc:docMk/>
            <pc:sldMk cId="3878891468" sldId="276"/>
            <ac:spMk id="2" creationId="{96983A65-CCED-3CA5-8737-B612DEF300DB}"/>
          </ac:spMkLst>
        </pc:spChg>
        <pc:spChg chg="mod">
          <ac:chgData name="Komal S" userId="S::komal.s@pdpu.ac.in::4fb1efaf-2c62-41e6-8bfb-06ab709e1c9f" providerId="AD" clId="Web-{DB17E278-6A14-9CFC-B9DC-1753B4AE49D7}" dt="2024-08-25T16:21:08.228" v="85" actId="20577"/>
          <ac:spMkLst>
            <pc:docMk/>
            <pc:sldMk cId="3878891468" sldId="276"/>
            <ac:spMk id="3" creationId="{537A9B07-89A4-8A4D-314D-5B596B9D7F2F}"/>
          </ac:spMkLst>
        </pc:spChg>
      </pc:sldChg>
      <pc:sldChg chg="modSp new ord">
        <pc:chgData name="Komal S" userId="S::komal.s@pdpu.ac.in::4fb1efaf-2c62-41e6-8bfb-06ab709e1c9f" providerId="AD" clId="Web-{DB17E278-6A14-9CFC-B9DC-1753B4AE49D7}" dt="2024-08-25T18:08:30.403" v="303" actId="20577"/>
        <pc:sldMkLst>
          <pc:docMk/>
          <pc:sldMk cId="911077029" sldId="277"/>
        </pc:sldMkLst>
        <pc:spChg chg="mod">
          <ac:chgData name="Komal S" userId="S::komal.s@pdpu.ac.in::4fb1efaf-2c62-41e6-8bfb-06ab709e1c9f" providerId="AD" clId="Web-{DB17E278-6A14-9CFC-B9DC-1753B4AE49D7}" dt="2024-08-25T18:07:59.216" v="297" actId="20577"/>
          <ac:spMkLst>
            <pc:docMk/>
            <pc:sldMk cId="911077029" sldId="277"/>
            <ac:spMk id="2" creationId="{388576B9-CA05-2362-48A9-73A6373D8560}"/>
          </ac:spMkLst>
        </pc:spChg>
        <pc:spChg chg="mod">
          <ac:chgData name="Komal S" userId="S::komal.s@pdpu.ac.in::4fb1efaf-2c62-41e6-8bfb-06ab709e1c9f" providerId="AD" clId="Web-{DB17E278-6A14-9CFC-B9DC-1753B4AE49D7}" dt="2024-08-25T18:08:30.403" v="303" actId="20577"/>
          <ac:spMkLst>
            <pc:docMk/>
            <pc:sldMk cId="911077029" sldId="277"/>
            <ac:spMk id="3" creationId="{E900EC85-62C6-D6E5-73DC-DC5E6B197723}"/>
          </ac:spMkLst>
        </pc:spChg>
      </pc:sldChg>
      <pc:sldChg chg="modSp new">
        <pc:chgData name="Komal S" userId="S::komal.s@pdpu.ac.in::4fb1efaf-2c62-41e6-8bfb-06ab709e1c9f" providerId="AD" clId="Web-{DB17E278-6A14-9CFC-B9DC-1753B4AE49D7}" dt="2024-08-25T18:08:22.466" v="302" actId="20577"/>
        <pc:sldMkLst>
          <pc:docMk/>
          <pc:sldMk cId="2461007275" sldId="278"/>
        </pc:sldMkLst>
        <pc:spChg chg="mod">
          <ac:chgData name="Komal S" userId="S::komal.s@pdpu.ac.in::4fb1efaf-2c62-41e6-8bfb-06ab709e1c9f" providerId="AD" clId="Web-{DB17E278-6A14-9CFC-B9DC-1753B4AE49D7}" dt="2024-08-25T18:06:39.340" v="282" actId="20577"/>
          <ac:spMkLst>
            <pc:docMk/>
            <pc:sldMk cId="2461007275" sldId="278"/>
            <ac:spMk id="2" creationId="{304C8DD4-ED62-C3A4-2045-490205F955C0}"/>
          </ac:spMkLst>
        </pc:spChg>
        <pc:spChg chg="mod">
          <ac:chgData name="Komal S" userId="S::komal.s@pdpu.ac.in::4fb1efaf-2c62-41e6-8bfb-06ab709e1c9f" providerId="AD" clId="Web-{DB17E278-6A14-9CFC-B9DC-1753B4AE49D7}" dt="2024-08-25T18:08:22.466" v="302" actId="20577"/>
          <ac:spMkLst>
            <pc:docMk/>
            <pc:sldMk cId="2461007275" sldId="278"/>
            <ac:spMk id="3" creationId="{284B73A0-4653-A890-9995-985C4DCC2717}"/>
          </ac:spMkLst>
        </pc:spChg>
      </pc:sldChg>
      <pc:sldChg chg="modSp new">
        <pc:chgData name="Komal S" userId="S::komal.s@pdpu.ac.in::4fb1efaf-2c62-41e6-8bfb-06ab709e1c9f" providerId="AD" clId="Web-{DB17E278-6A14-9CFC-B9DC-1753B4AE49D7}" dt="2024-08-25T16:28:32.359" v="108" actId="20577"/>
        <pc:sldMkLst>
          <pc:docMk/>
          <pc:sldMk cId="2145003231" sldId="279"/>
        </pc:sldMkLst>
        <pc:spChg chg="mod">
          <ac:chgData name="Komal S" userId="S::komal.s@pdpu.ac.in::4fb1efaf-2c62-41e6-8bfb-06ab709e1c9f" providerId="AD" clId="Web-{DB17E278-6A14-9CFC-B9DC-1753B4AE49D7}" dt="2024-08-25T16:27:23.358" v="102" actId="20577"/>
          <ac:spMkLst>
            <pc:docMk/>
            <pc:sldMk cId="2145003231" sldId="279"/>
            <ac:spMk id="2" creationId="{A755A34F-1DC4-C413-8B68-0FB0ECC330FA}"/>
          </ac:spMkLst>
        </pc:spChg>
        <pc:spChg chg="mod">
          <ac:chgData name="Komal S" userId="S::komal.s@pdpu.ac.in::4fb1efaf-2c62-41e6-8bfb-06ab709e1c9f" providerId="AD" clId="Web-{DB17E278-6A14-9CFC-B9DC-1753B4AE49D7}" dt="2024-08-25T16:28:32.359" v="108" actId="20577"/>
          <ac:spMkLst>
            <pc:docMk/>
            <pc:sldMk cId="2145003231" sldId="279"/>
            <ac:spMk id="3" creationId="{51E07D85-81B7-D1FA-C64A-2238653C2CA0}"/>
          </ac:spMkLst>
        </pc:spChg>
      </pc:sldChg>
      <pc:sldChg chg="modSp new">
        <pc:chgData name="Komal S" userId="S::komal.s@pdpu.ac.in::4fb1efaf-2c62-41e6-8bfb-06ab709e1c9f" providerId="AD" clId="Web-{DB17E278-6A14-9CFC-B9DC-1753B4AE49D7}" dt="2024-08-25T16:29:06.219" v="118" actId="20577"/>
        <pc:sldMkLst>
          <pc:docMk/>
          <pc:sldMk cId="3291279549" sldId="280"/>
        </pc:sldMkLst>
        <pc:spChg chg="mod">
          <ac:chgData name="Komal S" userId="S::komal.s@pdpu.ac.in::4fb1efaf-2c62-41e6-8bfb-06ab709e1c9f" providerId="AD" clId="Web-{DB17E278-6A14-9CFC-B9DC-1753B4AE49D7}" dt="2024-08-25T16:29:06.219" v="118" actId="20577"/>
          <ac:spMkLst>
            <pc:docMk/>
            <pc:sldMk cId="3291279549" sldId="280"/>
            <ac:spMk id="3" creationId="{4EE4C095-3941-7872-9010-E1933A3B1020}"/>
          </ac:spMkLst>
        </pc:spChg>
      </pc:sldChg>
      <pc:sldChg chg="modSp new">
        <pc:chgData name="Komal S" userId="S::komal.s@pdpu.ac.in::4fb1efaf-2c62-41e6-8bfb-06ab709e1c9f" providerId="AD" clId="Web-{DB17E278-6A14-9CFC-B9DC-1753B4AE49D7}" dt="2024-08-25T16:31:25.643" v="134" actId="20577"/>
        <pc:sldMkLst>
          <pc:docMk/>
          <pc:sldMk cId="4225336400" sldId="281"/>
        </pc:sldMkLst>
        <pc:spChg chg="mod">
          <ac:chgData name="Komal S" userId="S::komal.s@pdpu.ac.in::4fb1efaf-2c62-41e6-8bfb-06ab709e1c9f" providerId="AD" clId="Web-{DB17E278-6A14-9CFC-B9DC-1753B4AE49D7}" dt="2024-08-25T16:29:28.782" v="121" actId="20577"/>
          <ac:spMkLst>
            <pc:docMk/>
            <pc:sldMk cId="4225336400" sldId="281"/>
            <ac:spMk id="2" creationId="{A6D061AD-0A91-6F25-EBDA-FF41110BD260}"/>
          </ac:spMkLst>
        </pc:spChg>
        <pc:spChg chg="mod">
          <ac:chgData name="Komal S" userId="S::komal.s@pdpu.ac.in::4fb1efaf-2c62-41e6-8bfb-06ab709e1c9f" providerId="AD" clId="Web-{DB17E278-6A14-9CFC-B9DC-1753B4AE49D7}" dt="2024-08-25T16:31:25.643" v="134" actId="20577"/>
          <ac:spMkLst>
            <pc:docMk/>
            <pc:sldMk cId="4225336400" sldId="281"/>
            <ac:spMk id="3" creationId="{9501ECAE-6E60-3DD0-47EE-F4491465C14F}"/>
          </ac:spMkLst>
        </pc:spChg>
      </pc:sldChg>
      <pc:sldChg chg="modSp new">
        <pc:chgData name="Komal S" userId="S::komal.s@pdpu.ac.in::4fb1efaf-2c62-41e6-8bfb-06ab709e1c9f" providerId="AD" clId="Web-{DB17E278-6A14-9CFC-B9DC-1753B4AE49D7}" dt="2024-08-25T17:24:42.741" v="148" actId="20577"/>
        <pc:sldMkLst>
          <pc:docMk/>
          <pc:sldMk cId="3255246084" sldId="282"/>
        </pc:sldMkLst>
        <pc:spChg chg="mod">
          <ac:chgData name="Komal S" userId="S::komal.s@pdpu.ac.in::4fb1efaf-2c62-41e6-8bfb-06ab709e1c9f" providerId="AD" clId="Web-{DB17E278-6A14-9CFC-B9DC-1753B4AE49D7}" dt="2024-08-25T17:24:42.741" v="148" actId="20577"/>
          <ac:spMkLst>
            <pc:docMk/>
            <pc:sldMk cId="3255246084" sldId="282"/>
            <ac:spMk id="3" creationId="{4C573425-05D5-B79D-F218-4E9E96FB6FA1}"/>
          </ac:spMkLst>
        </pc:spChg>
      </pc:sldChg>
      <pc:sldChg chg="modSp new">
        <pc:chgData name="Komal S" userId="S::komal.s@pdpu.ac.in::4fb1efaf-2c62-41e6-8bfb-06ab709e1c9f" providerId="AD" clId="Web-{DB17E278-6A14-9CFC-B9DC-1753B4AE49D7}" dt="2024-08-25T17:25:21.461" v="160" actId="20577"/>
        <pc:sldMkLst>
          <pc:docMk/>
          <pc:sldMk cId="3445106399" sldId="283"/>
        </pc:sldMkLst>
        <pc:spChg chg="mod">
          <ac:chgData name="Komal S" userId="S::komal.s@pdpu.ac.in::4fb1efaf-2c62-41e6-8bfb-06ab709e1c9f" providerId="AD" clId="Web-{DB17E278-6A14-9CFC-B9DC-1753B4AE49D7}" dt="2024-08-25T17:24:58.913" v="152" actId="20577"/>
          <ac:spMkLst>
            <pc:docMk/>
            <pc:sldMk cId="3445106399" sldId="283"/>
            <ac:spMk id="2" creationId="{661E80BE-F38B-BB2B-A154-F84145F72F2E}"/>
          </ac:spMkLst>
        </pc:spChg>
        <pc:spChg chg="mod">
          <ac:chgData name="Komal S" userId="S::komal.s@pdpu.ac.in::4fb1efaf-2c62-41e6-8bfb-06ab709e1c9f" providerId="AD" clId="Web-{DB17E278-6A14-9CFC-B9DC-1753B4AE49D7}" dt="2024-08-25T17:25:21.461" v="160" actId="20577"/>
          <ac:spMkLst>
            <pc:docMk/>
            <pc:sldMk cId="3445106399" sldId="283"/>
            <ac:spMk id="3" creationId="{1A82A448-7609-638A-DC32-2D03A3B316E7}"/>
          </ac:spMkLst>
        </pc:spChg>
      </pc:sldChg>
      <pc:sldChg chg="modSp new">
        <pc:chgData name="Komal S" userId="S::komal.s@pdpu.ac.in::4fb1efaf-2c62-41e6-8bfb-06ab709e1c9f" providerId="AD" clId="Web-{DB17E278-6A14-9CFC-B9DC-1753B4AE49D7}" dt="2024-08-25T17:51:04.369" v="220" actId="20577"/>
        <pc:sldMkLst>
          <pc:docMk/>
          <pc:sldMk cId="2419831573" sldId="284"/>
        </pc:sldMkLst>
        <pc:spChg chg="mod">
          <ac:chgData name="Komal S" userId="S::komal.s@pdpu.ac.in::4fb1efaf-2c62-41e6-8bfb-06ab709e1c9f" providerId="AD" clId="Web-{DB17E278-6A14-9CFC-B9DC-1753B4AE49D7}" dt="2024-08-25T17:25:35.711" v="163" actId="20577"/>
          <ac:spMkLst>
            <pc:docMk/>
            <pc:sldMk cId="2419831573" sldId="284"/>
            <ac:spMk id="2" creationId="{48F71A6D-0EF1-D508-5502-4D4F5EA5E4A8}"/>
          </ac:spMkLst>
        </pc:spChg>
        <pc:spChg chg="mod">
          <ac:chgData name="Komal S" userId="S::komal.s@pdpu.ac.in::4fb1efaf-2c62-41e6-8bfb-06ab709e1c9f" providerId="AD" clId="Web-{DB17E278-6A14-9CFC-B9DC-1753B4AE49D7}" dt="2024-08-25T17:51:04.369" v="220" actId="20577"/>
          <ac:spMkLst>
            <pc:docMk/>
            <pc:sldMk cId="2419831573" sldId="284"/>
            <ac:spMk id="3" creationId="{DF37D4DE-A9E8-F77B-1B7E-3F12228FC7A6}"/>
          </ac:spMkLst>
        </pc:spChg>
      </pc:sldChg>
      <pc:sldChg chg="modSp new">
        <pc:chgData name="Komal S" userId="S::komal.s@pdpu.ac.in::4fb1efaf-2c62-41e6-8bfb-06ab709e1c9f" providerId="AD" clId="Web-{DB17E278-6A14-9CFC-B9DC-1753B4AE49D7}" dt="2024-08-25T17:51:46.854" v="233" actId="20577"/>
        <pc:sldMkLst>
          <pc:docMk/>
          <pc:sldMk cId="2450097256" sldId="285"/>
        </pc:sldMkLst>
        <pc:spChg chg="mod">
          <ac:chgData name="Komal S" userId="S::komal.s@pdpu.ac.in::4fb1efaf-2c62-41e6-8bfb-06ab709e1c9f" providerId="AD" clId="Web-{DB17E278-6A14-9CFC-B9DC-1753B4AE49D7}" dt="2024-08-25T17:49:49.791" v="197" actId="20577"/>
          <ac:spMkLst>
            <pc:docMk/>
            <pc:sldMk cId="2450097256" sldId="285"/>
            <ac:spMk id="2" creationId="{1924A893-E21C-CB20-4266-35AA1AA37EC7}"/>
          </ac:spMkLst>
        </pc:spChg>
        <pc:spChg chg="mod">
          <ac:chgData name="Komal S" userId="S::komal.s@pdpu.ac.in::4fb1efaf-2c62-41e6-8bfb-06ab709e1c9f" providerId="AD" clId="Web-{DB17E278-6A14-9CFC-B9DC-1753B4AE49D7}" dt="2024-08-25T17:51:46.854" v="233" actId="20577"/>
          <ac:spMkLst>
            <pc:docMk/>
            <pc:sldMk cId="2450097256" sldId="285"/>
            <ac:spMk id="3" creationId="{985C409A-1FE4-F5F7-B6C8-F194B9AC551F}"/>
          </ac:spMkLst>
        </pc:spChg>
      </pc:sldChg>
      <pc:sldChg chg="new del">
        <pc:chgData name="Komal S" userId="S::komal.s@pdpu.ac.in::4fb1efaf-2c62-41e6-8bfb-06ab709e1c9f" providerId="AD" clId="Web-{DB17E278-6A14-9CFC-B9DC-1753B4AE49D7}" dt="2024-08-25T17:52:04.666" v="235"/>
        <pc:sldMkLst>
          <pc:docMk/>
          <pc:sldMk cId="65613897" sldId="286"/>
        </pc:sldMkLst>
      </pc:sldChg>
      <pc:sldChg chg="modSp new">
        <pc:chgData name="Komal S" userId="S::komal.s@pdpu.ac.in::4fb1efaf-2c62-41e6-8bfb-06ab709e1c9f" providerId="AD" clId="Web-{DB17E278-6A14-9CFC-B9DC-1753B4AE49D7}" dt="2024-08-25T18:10:07.872" v="309" actId="20577"/>
        <pc:sldMkLst>
          <pc:docMk/>
          <pc:sldMk cId="1196606906" sldId="286"/>
        </pc:sldMkLst>
        <pc:spChg chg="mod">
          <ac:chgData name="Komal S" userId="S::komal.s@pdpu.ac.in::4fb1efaf-2c62-41e6-8bfb-06ab709e1c9f" providerId="AD" clId="Web-{DB17E278-6A14-9CFC-B9DC-1753B4AE49D7}" dt="2024-08-25T18:09:17.372" v="307" actId="20577"/>
          <ac:spMkLst>
            <pc:docMk/>
            <pc:sldMk cId="1196606906" sldId="286"/>
            <ac:spMk id="2" creationId="{EBF991E5-0CD1-D5E4-C7C9-0D145E173B45}"/>
          </ac:spMkLst>
        </pc:spChg>
        <pc:spChg chg="mod">
          <ac:chgData name="Komal S" userId="S::komal.s@pdpu.ac.in::4fb1efaf-2c62-41e6-8bfb-06ab709e1c9f" providerId="AD" clId="Web-{DB17E278-6A14-9CFC-B9DC-1753B4AE49D7}" dt="2024-08-25T18:10:07.872" v="309" actId="20577"/>
          <ac:spMkLst>
            <pc:docMk/>
            <pc:sldMk cId="1196606906" sldId="286"/>
            <ac:spMk id="3" creationId="{1EAF629A-8D62-5891-FABD-E32AB56AE933}"/>
          </ac:spMkLst>
        </pc:spChg>
      </pc:sldChg>
      <pc:sldChg chg="modSp new del">
        <pc:chgData name="Komal S" userId="S::komal.s@pdpu.ac.in::4fb1efaf-2c62-41e6-8bfb-06ab709e1c9f" providerId="AD" clId="Web-{DB17E278-6A14-9CFC-B9DC-1753B4AE49D7}" dt="2024-08-25T17:55:40.464" v="240"/>
        <pc:sldMkLst>
          <pc:docMk/>
          <pc:sldMk cId="3539758868" sldId="287"/>
        </pc:sldMkLst>
        <pc:spChg chg="mod">
          <ac:chgData name="Komal S" userId="S::komal.s@pdpu.ac.in::4fb1efaf-2c62-41e6-8bfb-06ab709e1c9f" providerId="AD" clId="Web-{DB17E278-6A14-9CFC-B9DC-1753B4AE49D7}" dt="2024-08-25T17:53:30.948" v="238" actId="20577"/>
          <ac:spMkLst>
            <pc:docMk/>
            <pc:sldMk cId="3539758868" sldId="287"/>
            <ac:spMk id="2" creationId="{495BA104-5E2E-3EA3-E701-515B8DF189E7}"/>
          </ac:spMkLst>
        </pc:spChg>
      </pc:sldChg>
      <pc:sldChg chg="addSp delSp modSp new">
        <pc:chgData name="Komal S" userId="S::komal.s@pdpu.ac.in::4fb1efaf-2c62-41e6-8bfb-06ab709e1c9f" providerId="AD" clId="Web-{DB17E278-6A14-9CFC-B9DC-1753B4AE49D7}" dt="2024-08-25T18:11:40.435" v="319" actId="20577"/>
        <pc:sldMkLst>
          <pc:docMk/>
          <pc:sldMk cId="4095806371" sldId="287"/>
        </pc:sldMkLst>
        <pc:spChg chg="mod">
          <ac:chgData name="Komal S" userId="S::komal.s@pdpu.ac.in::4fb1efaf-2c62-41e6-8bfb-06ab709e1c9f" providerId="AD" clId="Web-{DB17E278-6A14-9CFC-B9DC-1753B4AE49D7}" dt="2024-08-25T18:11:15.060" v="314" actId="20577"/>
          <ac:spMkLst>
            <pc:docMk/>
            <pc:sldMk cId="4095806371" sldId="287"/>
            <ac:spMk id="2" creationId="{4ACB0215-9F7D-62D0-921E-22045F7E30E1}"/>
          </ac:spMkLst>
        </pc:spChg>
        <pc:spChg chg="add del mod">
          <ac:chgData name="Komal S" userId="S::komal.s@pdpu.ac.in::4fb1efaf-2c62-41e6-8bfb-06ab709e1c9f" providerId="AD" clId="Web-{DB17E278-6A14-9CFC-B9DC-1753B4AE49D7}" dt="2024-08-25T18:11:40.435" v="319" actId="20577"/>
          <ac:spMkLst>
            <pc:docMk/>
            <pc:sldMk cId="4095806371" sldId="287"/>
            <ac:spMk id="3" creationId="{56C1C9A1-EE5D-26D0-A36F-C895E727F322}"/>
          </ac:spMkLst>
        </pc:spChg>
        <pc:picChg chg="add del mod ord">
          <ac:chgData name="Komal S" userId="S::komal.s@pdpu.ac.in::4fb1efaf-2c62-41e6-8bfb-06ab709e1c9f" providerId="AD" clId="Web-{DB17E278-6A14-9CFC-B9DC-1753B4AE49D7}" dt="2024-08-25T18:10:54.513" v="312"/>
          <ac:picMkLst>
            <pc:docMk/>
            <pc:sldMk cId="4095806371" sldId="287"/>
            <ac:picMk id="4" creationId="{362E258B-D34E-F558-443D-B1DCEBE11778}"/>
          </ac:picMkLst>
        </pc:picChg>
      </pc:sldChg>
      <pc:sldChg chg="modSp new">
        <pc:chgData name="Komal S" userId="S::komal.s@pdpu.ac.in::4fb1efaf-2c62-41e6-8bfb-06ab709e1c9f" providerId="AD" clId="Web-{DB17E278-6A14-9CFC-B9DC-1753B4AE49D7}" dt="2024-08-25T18:12:23.310" v="326" actId="20577"/>
        <pc:sldMkLst>
          <pc:docMk/>
          <pc:sldMk cId="3155692006" sldId="288"/>
        </pc:sldMkLst>
        <pc:spChg chg="mod">
          <ac:chgData name="Komal S" userId="S::komal.s@pdpu.ac.in::4fb1efaf-2c62-41e6-8bfb-06ab709e1c9f" providerId="AD" clId="Web-{DB17E278-6A14-9CFC-B9DC-1753B4AE49D7}" dt="2024-08-25T18:12:03.888" v="323" actId="20577"/>
          <ac:spMkLst>
            <pc:docMk/>
            <pc:sldMk cId="3155692006" sldId="288"/>
            <ac:spMk id="2" creationId="{253E32AE-237E-9308-779D-AA4ED0E82E2F}"/>
          </ac:spMkLst>
        </pc:spChg>
        <pc:spChg chg="mod">
          <ac:chgData name="Komal S" userId="S::komal.s@pdpu.ac.in::4fb1efaf-2c62-41e6-8bfb-06ab709e1c9f" providerId="AD" clId="Web-{DB17E278-6A14-9CFC-B9DC-1753B4AE49D7}" dt="2024-08-25T18:12:23.310" v="326" actId="20577"/>
          <ac:spMkLst>
            <pc:docMk/>
            <pc:sldMk cId="3155692006" sldId="288"/>
            <ac:spMk id="3" creationId="{E396C253-367B-1F43-A3A9-35361E088843}"/>
          </ac:spMkLst>
        </pc:spChg>
      </pc:sldChg>
      <pc:sldChg chg="modSp new">
        <pc:chgData name="Komal S" userId="S::komal.s@pdpu.ac.in::4fb1efaf-2c62-41e6-8bfb-06ab709e1c9f" providerId="AD" clId="Web-{DB17E278-6A14-9CFC-B9DC-1753B4AE49D7}" dt="2024-08-25T18:13:18.091" v="335" actId="20577"/>
        <pc:sldMkLst>
          <pc:docMk/>
          <pc:sldMk cId="1992702951" sldId="289"/>
        </pc:sldMkLst>
        <pc:spChg chg="mod">
          <ac:chgData name="Komal S" userId="S::komal.s@pdpu.ac.in::4fb1efaf-2c62-41e6-8bfb-06ab709e1c9f" providerId="AD" clId="Web-{DB17E278-6A14-9CFC-B9DC-1753B4AE49D7}" dt="2024-08-25T18:12:51.154" v="329" actId="20577"/>
          <ac:spMkLst>
            <pc:docMk/>
            <pc:sldMk cId="1992702951" sldId="289"/>
            <ac:spMk id="2" creationId="{34949B14-73BF-79E1-D9A0-DD3B9F7E4AEA}"/>
          </ac:spMkLst>
        </pc:spChg>
        <pc:spChg chg="mod">
          <ac:chgData name="Komal S" userId="S::komal.s@pdpu.ac.in::4fb1efaf-2c62-41e6-8bfb-06ab709e1c9f" providerId="AD" clId="Web-{DB17E278-6A14-9CFC-B9DC-1753B4AE49D7}" dt="2024-08-25T18:13:18.091" v="335" actId="20577"/>
          <ac:spMkLst>
            <pc:docMk/>
            <pc:sldMk cId="1992702951" sldId="289"/>
            <ac:spMk id="3" creationId="{4C38F558-713C-FF66-1972-28004272CAE4}"/>
          </ac:spMkLst>
        </pc:spChg>
      </pc:sldChg>
      <pc:sldChg chg="modSp new">
        <pc:chgData name="Komal S" userId="S::komal.s@pdpu.ac.in::4fb1efaf-2c62-41e6-8bfb-06ab709e1c9f" providerId="AD" clId="Web-{DB17E278-6A14-9CFC-B9DC-1753B4AE49D7}" dt="2024-08-25T18:13:54.638" v="342" actId="20577"/>
        <pc:sldMkLst>
          <pc:docMk/>
          <pc:sldMk cId="2791505105" sldId="290"/>
        </pc:sldMkLst>
        <pc:spChg chg="mod">
          <ac:chgData name="Komal S" userId="S::komal.s@pdpu.ac.in::4fb1efaf-2c62-41e6-8bfb-06ab709e1c9f" providerId="AD" clId="Web-{DB17E278-6A14-9CFC-B9DC-1753B4AE49D7}" dt="2024-08-25T18:13:54.638" v="342" actId="20577"/>
          <ac:spMkLst>
            <pc:docMk/>
            <pc:sldMk cId="2791505105" sldId="290"/>
            <ac:spMk id="3" creationId="{3AE78E4C-048B-9E49-5DB4-6A4C381FF807}"/>
          </ac:spMkLst>
        </pc:spChg>
      </pc:sldChg>
      <pc:sldChg chg="modSp new">
        <pc:chgData name="Komal S" userId="S::komal.s@pdpu.ac.in::4fb1efaf-2c62-41e6-8bfb-06ab709e1c9f" providerId="AD" clId="Web-{DB17E278-6A14-9CFC-B9DC-1753B4AE49D7}" dt="2024-08-25T18:14:27.717" v="346" actId="20577"/>
        <pc:sldMkLst>
          <pc:docMk/>
          <pc:sldMk cId="3134682565" sldId="291"/>
        </pc:sldMkLst>
        <pc:spChg chg="mod">
          <ac:chgData name="Komal S" userId="S::komal.s@pdpu.ac.in::4fb1efaf-2c62-41e6-8bfb-06ab709e1c9f" providerId="AD" clId="Web-{DB17E278-6A14-9CFC-B9DC-1753B4AE49D7}" dt="2024-08-25T18:14:27.717" v="346" actId="20577"/>
          <ac:spMkLst>
            <pc:docMk/>
            <pc:sldMk cId="3134682565" sldId="291"/>
            <ac:spMk id="2" creationId="{6D56842A-5B5C-9B33-745C-A54BE1004F6A}"/>
          </ac:spMkLst>
        </pc:spChg>
      </pc:sldChg>
      <pc:sldChg chg="modSp new">
        <pc:chgData name="Komal S" userId="S::komal.s@pdpu.ac.in::4fb1efaf-2c62-41e6-8bfb-06ab709e1c9f" providerId="AD" clId="Web-{DB17E278-6A14-9CFC-B9DC-1753B4AE49D7}" dt="2024-08-25T18:15:43.921" v="353" actId="20577"/>
        <pc:sldMkLst>
          <pc:docMk/>
          <pc:sldMk cId="1281622866" sldId="292"/>
        </pc:sldMkLst>
        <pc:spChg chg="mod">
          <ac:chgData name="Komal S" userId="S::komal.s@pdpu.ac.in::4fb1efaf-2c62-41e6-8bfb-06ab709e1c9f" providerId="AD" clId="Web-{DB17E278-6A14-9CFC-B9DC-1753B4AE49D7}" dt="2024-08-25T18:15:43.921" v="353" actId="20577"/>
          <ac:spMkLst>
            <pc:docMk/>
            <pc:sldMk cId="1281622866" sldId="292"/>
            <ac:spMk id="2" creationId="{722A1FBB-2025-846E-9207-DF64F45F821A}"/>
          </ac:spMkLst>
        </pc:spChg>
      </pc:sldChg>
      <pc:sldChg chg="modSp new">
        <pc:chgData name="Komal S" userId="S::komal.s@pdpu.ac.in::4fb1efaf-2c62-41e6-8bfb-06ab709e1c9f" providerId="AD" clId="Web-{DB17E278-6A14-9CFC-B9DC-1753B4AE49D7}" dt="2024-08-25T18:16:57.905" v="355" actId="20577"/>
        <pc:sldMkLst>
          <pc:docMk/>
          <pc:sldMk cId="760102680" sldId="293"/>
        </pc:sldMkLst>
        <pc:spChg chg="mod">
          <ac:chgData name="Komal S" userId="S::komal.s@pdpu.ac.in::4fb1efaf-2c62-41e6-8bfb-06ab709e1c9f" providerId="AD" clId="Web-{DB17E278-6A14-9CFC-B9DC-1753B4AE49D7}" dt="2024-08-25T18:16:57.905" v="355" actId="20577"/>
          <ac:spMkLst>
            <pc:docMk/>
            <pc:sldMk cId="760102680" sldId="293"/>
            <ac:spMk id="2" creationId="{DA545432-E2A2-2D6D-D25E-8A5E31CEEA5B}"/>
          </ac:spMkLst>
        </pc:spChg>
      </pc:sldChg>
      <pc:sldChg chg="modSp new">
        <pc:chgData name="Komal S" userId="S::komal.s@pdpu.ac.in::4fb1efaf-2c62-41e6-8bfb-06ab709e1c9f" providerId="AD" clId="Web-{DB17E278-6A14-9CFC-B9DC-1753B4AE49D7}" dt="2024-08-25T18:17:01.327" v="356" actId="20577"/>
        <pc:sldMkLst>
          <pc:docMk/>
          <pc:sldMk cId="311745297" sldId="294"/>
        </pc:sldMkLst>
        <pc:spChg chg="mod">
          <ac:chgData name="Komal S" userId="S::komal.s@pdpu.ac.in::4fb1efaf-2c62-41e6-8bfb-06ab709e1c9f" providerId="AD" clId="Web-{DB17E278-6A14-9CFC-B9DC-1753B4AE49D7}" dt="2024-08-25T18:17:01.327" v="356" actId="20577"/>
          <ac:spMkLst>
            <pc:docMk/>
            <pc:sldMk cId="311745297" sldId="294"/>
            <ac:spMk id="2" creationId="{534AE5E3-D869-D350-D6AA-F3AC6F524AF1}"/>
          </ac:spMkLst>
        </pc:spChg>
      </pc:sldChg>
      <pc:sldChg chg="modSp new">
        <pc:chgData name="Komal S" userId="S::komal.s@pdpu.ac.in::4fb1efaf-2c62-41e6-8bfb-06ab709e1c9f" providerId="AD" clId="Web-{DB17E278-6A14-9CFC-B9DC-1753B4AE49D7}" dt="2024-08-25T18:19:18.640" v="364" actId="20577"/>
        <pc:sldMkLst>
          <pc:docMk/>
          <pc:sldMk cId="3994070076" sldId="295"/>
        </pc:sldMkLst>
        <pc:spChg chg="mod">
          <ac:chgData name="Komal S" userId="S::komal.s@pdpu.ac.in::4fb1efaf-2c62-41e6-8bfb-06ab709e1c9f" providerId="AD" clId="Web-{DB17E278-6A14-9CFC-B9DC-1753B4AE49D7}" dt="2024-08-25T18:18:49.765" v="358" actId="20577"/>
          <ac:spMkLst>
            <pc:docMk/>
            <pc:sldMk cId="3994070076" sldId="295"/>
            <ac:spMk id="2" creationId="{09777B00-9C34-3533-1B94-624ADCB3B326}"/>
          </ac:spMkLst>
        </pc:spChg>
        <pc:spChg chg="mod">
          <ac:chgData name="Komal S" userId="S::komal.s@pdpu.ac.in::4fb1efaf-2c62-41e6-8bfb-06ab709e1c9f" providerId="AD" clId="Web-{DB17E278-6A14-9CFC-B9DC-1753B4AE49D7}" dt="2024-08-25T18:19:18.640" v="364" actId="20577"/>
          <ac:spMkLst>
            <pc:docMk/>
            <pc:sldMk cId="3994070076" sldId="295"/>
            <ac:spMk id="3" creationId="{754C0FEB-B8A5-C4C4-A07F-C7CDA1DEF54B}"/>
          </ac:spMkLst>
        </pc:spChg>
      </pc:sldChg>
      <pc:sldChg chg="modSp new">
        <pc:chgData name="Komal S" userId="S::komal.s@pdpu.ac.in::4fb1efaf-2c62-41e6-8bfb-06ab709e1c9f" providerId="AD" clId="Web-{DB17E278-6A14-9CFC-B9DC-1753B4AE49D7}" dt="2024-08-25T18:47:10.268" v="372" actId="20577"/>
        <pc:sldMkLst>
          <pc:docMk/>
          <pc:sldMk cId="616756979" sldId="296"/>
        </pc:sldMkLst>
        <pc:spChg chg="mod">
          <ac:chgData name="Komal S" userId="S::komal.s@pdpu.ac.in::4fb1efaf-2c62-41e6-8bfb-06ab709e1c9f" providerId="AD" clId="Web-{DB17E278-6A14-9CFC-B9DC-1753B4AE49D7}" dt="2024-08-25T18:43:37.359" v="368" actId="20577"/>
          <ac:spMkLst>
            <pc:docMk/>
            <pc:sldMk cId="616756979" sldId="296"/>
            <ac:spMk id="2" creationId="{F9C3126B-DE96-9DCD-1B3A-C8EBE1A3F23C}"/>
          </ac:spMkLst>
        </pc:spChg>
        <pc:spChg chg="mod">
          <ac:chgData name="Komal S" userId="S::komal.s@pdpu.ac.in::4fb1efaf-2c62-41e6-8bfb-06ab709e1c9f" providerId="AD" clId="Web-{DB17E278-6A14-9CFC-B9DC-1753B4AE49D7}" dt="2024-08-25T18:47:10.268" v="372" actId="20577"/>
          <ac:spMkLst>
            <pc:docMk/>
            <pc:sldMk cId="616756979" sldId="296"/>
            <ac:spMk id="3" creationId="{1CCC12C1-34AA-5EEC-F21B-DF35CE5604D7}"/>
          </ac:spMkLst>
        </pc:spChg>
      </pc:sldChg>
      <pc:sldChg chg="modSp new">
        <pc:chgData name="Komal S" userId="S::komal.s@pdpu.ac.in::4fb1efaf-2c62-41e6-8bfb-06ab709e1c9f" providerId="AD" clId="Web-{DB17E278-6A14-9CFC-B9DC-1753B4AE49D7}" dt="2024-08-25T18:52:00.570" v="376" actId="20577"/>
        <pc:sldMkLst>
          <pc:docMk/>
          <pc:sldMk cId="1439761177" sldId="297"/>
        </pc:sldMkLst>
        <pc:spChg chg="mod">
          <ac:chgData name="Komal S" userId="S::komal.s@pdpu.ac.in::4fb1efaf-2c62-41e6-8bfb-06ab709e1c9f" providerId="AD" clId="Web-{DB17E278-6A14-9CFC-B9DC-1753B4AE49D7}" dt="2024-08-25T18:52:00.570" v="376" actId="20577"/>
          <ac:spMkLst>
            <pc:docMk/>
            <pc:sldMk cId="1439761177" sldId="297"/>
            <ac:spMk id="2" creationId="{4C354E6B-1165-4C36-18BB-EF006C748407}"/>
          </ac:spMkLst>
        </pc:spChg>
      </pc:sldChg>
      <pc:sldChg chg="modSp new">
        <pc:chgData name="Komal S" userId="S::komal.s@pdpu.ac.in::4fb1efaf-2c62-41e6-8bfb-06ab709e1c9f" providerId="AD" clId="Web-{DB17E278-6A14-9CFC-B9DC-1753B4AE49D7}" dt="2024-08-25T18:52:20.586" v="381" actId="20577"/>
        <pc:sldMkLst>
          <pc:docMk/>
          <pc:sldMk cId="2556117198" sldId="298"/>
        </pc:sldMkLst>
        <pc:spChg chg="mod">
          <ac:chgData name="Komal S" userId="S::komal.s@pdpu.ac.in::4fb1efaf-2c62-41e6-8bfb-06ab709e1c9f" providerId="AD" clId="Web-{DB17E278-6A14-9CFC-B9DC-1753B4AE49D7}" dt="2024-08-25T18:52:20.586" v="381" actId="20577"/>
          <ac:spMkLst>
            <pc:docMk/>
            <pc:sldMk cId="2556117198" sldId="298"/>
            <ac:spMk id="2" creationId="{DD0D6CFF-239C-F7D3-75C3-FB95FC8969E0}"/>
          </ac:spMkLst>
        </pc:spChg>
      </pc:sldChg>
      <pc:sldChg chg="modSp new">
        <pc:chgData name="Komal S" userId="S::komal.s@pdpu.ac.in::4fb1efaf-2c62-41e6-8bfb-06ab709e1c9f" providerId="AD" clId="Web-{DB17E278-6A14-9CFC-B9DC-1753B4AE49D7}" dt="2024-08-25T18:52:36.477" v="384" actId="20577"/>
        <pc:sldMkLst>
          <pc:docMk/>
          <pc:sldMk cId="1384494471" sldId="299"/>
        </pc:sldMkLst>
        <pc:spChg chg="mod">
          <ac:chgData name="Komal S" userId="S::komal.s@pdpu.ac.in::4fb1efaf-2c62-41e6-8bfb-06ab709e1c9f" providerId="AD" clId="Web-{DB17E278-6A14-9CFC-B9DC-1753B4AE49D7}" dt="2024-08-25T18:52:36.477" v="384" actId="20577"/>
          <ac:spMkLst>
            <pc:docMk/>
            <pc:sldMk cId="1384494471" sldId="299"/>
            <ac:spMk id="2" creationId="{0134DBA2-7E67-DBDA-6135-0ABA1BB39899}"/>
          </ac:spMkLst>
        </pc:spChg>
      </pc:sldChg>
      <pc:sldChg chg="modSp new">
        <pc:chgData name="Komal S" userId="S::komal.s@pdpu.ac.in::4fb1efaf-2c62-41e6-8bfb-06ab709e1c9f" providerId="AD" clId="Web-{DB17E278-6A14-9CFC-B9DC-1753B4AE49D7}" dt="2024-08-25T18:52:58.915" v="387" actId="20577"/>
        <pc:sldMkLst>
          <pc:docMk/>
          <pc:sldMk cId="596155255" sldId="300"/>
        </pc:sldMkLst>
        <pc:spChg chg="mod">
          <ac:chgData name="Komal S" userId="S::komal.s@pdpu.ac.in::4fb1efaf-2c62-41e6-8bfb-06ab709e1c9f" providerId="AD" clId="Web-{DB17E278-6A14-9CFC-B9DC-1753B4AE49D7}" dt="2024-08-25T18:52:58.915" v="387" actId="20577"/>
          <ac:spMkLst>
            <pc:docMk/>
            <pc:sldMk cId="596155255" sldId="300"/>
            <ac:spMk id="2" creationId="{0DABEBD8-4E11-EB46-B956-4AB612F016BE}"/>
          </ac:spMkLst>
        </pc:spChg>
      </pc:sldChg>
      <pc:sldChg chg="modSp new">
        <pc:chgData name="Komal S" userId="S::komal.s@pdpu.ac.in::4fb1efaf-2c62-41e6-8bfb-06ab709e1c9f" providerId="AD" clId="Web-{DB17E278-6A14-9CFC-B9DC-1753B4AE49D7}" dt="2024-08-25T18:54:54.541" v="417" actId="20577"/>
        <pc:sldMkLst>
          <pc:docMk/>
          <pc:sldMk cId="160026264" sldId="301"/>
        </pc:sldMkLst>
        <pc:spChg chg="mod">
          <ac:chgData name="Komal S" userId="S::komal.s@pdpu.ac.in::4fb1efaf-2c62-41e6-8bfb-06ab709e1c9f" providerId="AD" clId="Web-{DB17E278-6A14-9CFC-B9DC-1753B4AE49D7}" dt="2024-08-25T18:53:45.556" v="391" actId="20577"/>
          <ac:spMkLst>
            <pc:docMk/>
            <pc:sldMk cId="160026264" sldId="301"/>
            <ac:spMk id="2" creationId="{546814EF-2E6F-256F-E685-70E3C9189ACC}"/>
          </ac:spMkLst>
        </pc:spChg>
        <pc:spChg chg="mod">
          <ac:chgData name="Komal S" userId="S::komal.s@pdpu.ac.in::4fb1efaf-2c62-41e6-8bfb-06ab709e1c9f" providerId="AD" clId="Web-{DB17E278-6A14-9CFC-B9DC-1753B4AE49D7}" dt="2024-08-25T18:54:54.541" v="417" actId="20577"/>
          <ac:spMkLst>
            <pc:docMk/>
            <pc:sldMk cId="160026264" sldId="301"/>
            <ac:spMk id="3" creationId="{911606D6-211E-A04D-0C44-F1261165FE21}"/>
          </ac:spMkLst>
        </pc:spChg>
      </pc:sldChg>
      <pc:sldChg chg="modSp new">
        <pc:chgData name="Komal S" userId="S::komal.s@pdpu.ac.in::4fb1efaf-2c62-41e6-8bfb-06ab709e1c9f" providerId="AD" clId="Web-{DB17E278-6A14-9CFC-B9DC-1753B4AE49D7}" dt="2024-08-25T18:56:21.918" v="429" actId="20577"/>
        <pc:sldMkLst>
          <pc:docMk/>
          <pc:sldMk cId="490447486" sldId="302"/>
        </pc:sldMkLst>
        <pc:spChg chg="mod">
          <ac:chgData name="Komal S" userId="S::komal.s@pdpu.ac.in::4fb1efaf-2c62-41e6-8bfb-06ab709e1c9f" providerId="AD" clId="Web-{DB17E278-6A14-9CFC-B9DC-1753B4AE49D7}" dt="2024-08-25T18:56:02.949" v="422" actId="20577"/>
          <ac:spMkLst>
            <pc:docMk/>
            <pc:sldMk cId="490447486" sldId="302"/>
            <ac:spMk id="2" creationId="{ABCF4E31-2BF1-AF5F-AE79-7E6DDE7A87A6}"/>
          </ac:spMkLst>
        </pc:spChg>
        <pc:spChg chg="mod">
          <ac:chgData name="Komal S" userId="S::komal.s@pdpu.ac.in::4fb1efaf-2c62-41e6-8bfb-06ab709e1c9f" providerId="AD" clId="Web-{DB17E278-6A14-9CFC-B9DC-1753B4AE49D7}" dt="2024-08-25T18:56:21.918" v="429" actId="20577"/>
          <ac:spMkLst>
            <pc:docMk/>
            <pc:sldMk cId="490447486" sldId="302"/>
            <ac:spMk id="3" creationId="{5E5AFEE7-AD3C-8739-1148-3D8F2ADC08D6}"/>
          </ac:spMkLst>
        </pc:spChg>
      </pc:sldChg>
    </pc:docChg>
  </pc:docChgLst>
  <pc:docChgLst>
    <pc:chgData name="Komal S" userId="S::komal.s@pdpu.ac.in::4fb1efaf-2c62-41e6-8bfb-06ab709e1c9f" providerId="AD" clId="Web-{264FA6CF-2BE7-A4EB-C218-D1DD90FA4194}"/>
    <pc:docChg chg="modSld">
      <pc:chgData name="Komal S" userId="S::komal.s@pdpu.ac.in::4fb1efaf-2c62-41e6-8bfb-06ab709e1c9f" providerId="AD" clId="Web-{264FA6CF-2BE7-A4EB-C218-D1DD90FA4194}" dt="2024-08-27T17:34:54.091" v="2" actId="20577"/>
      <pc:docMkLst>
        <pc:docMk/>
      </pc:docMkLst>
      <pc:sldChg chg="modSp">
        <pc:chgData name="Komal S" userId="S::komal.s@pdpu.ac.in::4fb1efaf-2c62-41e6-8bfb-06ab709e1c9f" providerId="AD" clId="Web-{264FA6CF-2BE7-A4EB-C218-D1DD90FA4194}" dt="2024-08-27T17:34:54.091" v="2" actId="20577"/>
        <pc:sldMkLst>
          <pc:docMk/>
          <pc:sldMk cId="941182335" sldId="261"/>
        </pc:sldMkLst>
        <pc:spChg chg="mod">
          <ac:chgData name="Komal S" userId="S::komal.s@pdpu.ac.in::4fb1efaf-2c62-41e6-8bfb-06ab709e1c9f" providerId="AD" clId="Web-{264FA6CF-2BE7-A4EB-C218-D1DD90FA4194}" dt="2024-08-27T17:34:54.091" v="2" actId="20577"/>
          <ac:spMkLst>
            <pc:docMk/>
            <pc:sldMk cId="941182335" sldId="261"/>
            <ac:spMk id="3" creationId="{E13FC08D-02D1-9563-F5C2-D773BBE9C9D1}"/>
          </ac:spMkLst>
        </pc:spChg>
      </pc:sldChg>
    </pc:docChg>
  </pc:docChgLst>
  <pc:docChgLst>
    <pc:chgData name="Komal S" userId="S::komal.s@pdpu.ac.in::4fb1efaf-2c62-41e6-8bfb-06ab709e1c9f" providerId="AD" clId="Web-{1DB98A15-7733-1FAB-894A-68F4C1BD37AD}"/>
    <pc:docChg chg="addSld delSld modSld">
      <pc:chgData name="Komal S" userId="S::komal.s@pdpu.ac.in::4fb1efaf-2c62-41e6-8bfb-06ab709e1c9f" providerId="AD" clId="Web-{1DB98A15-7733-1FAB-894A-68F4C1BD37AD}" dt="2024-08-24T17:05:54.674" v="119" actId="20577"/>
      <pc:docMkLst>
        <pc:docMk/>
      </pc:docMkLst>
      <pc:sldChg chg="addSp delSp modSp">
        <pc:chgData name="Komal S" userId="S::komal.s@pdpu.ac.in::4fb1efaf-2c62-41e6-8bfb-06ab709e1c9f" providerId="AD" clId="Web-{1DB98A15-7733-1FAB-894A-68F4C1BD37AD}" dt="2024-08-24T17:05:20.955" v="111"/>
        <pc:sldMkLst>
          <pc:docMk/>
          <pc:sldMk cId="109857222" sldId="256"/>
        </pc:sldMkLst>
        <pc:spChg chg="mod">
          <ac:chgData name="Komal S" userId="S::komal.s@pdpu.ac.in::4fb1efaf-2c62-41e6-8bfb-06ab709e1c9f" providerId="AD" clId="Web-{1DB98A15-7733-1FAB-894A-68F4C1BD37AD}" dt="2024-08-24T17:03:54.579" v="59" actId="20577"/>
          <ac:spMkLst>
            <pc:docMk/>
            <pc:sldMk cId="109857222" sldId="256"/>
            <ac:spMk id="2" creationId="{00000000-0000-0000-0000-000000000000}"/>
          </ac:spMkLst>
        </pc:spChg>
        <pc:spChg chg="mod">
          <ac:chgData name="Komal S" userId="S::komal.s@pdpu.ac.in::4fb1efaf-2c62-41e6-8bfb-06ab709e1c9f" providerId="AD" clId="Web-{1DB98A15-7733-1FAB-894A-68F4C1BD37AD}" dt="2024-08-24T17:03:59.845" v="71" actId="20577"/>
          <ac:spMkLst>
            <pc:docMk/>
            <pc:sldMk cId="109857222" sldId="256"/>
            <ac:spMk id="3" creationId="{00000000-0000-0000-0000-000000000000}"/>
          </ac:spMkLst>
        </pc:spChg>
        <pc:spChg chg="add del mod">
          <ac:chgData name="Komal S" userId="S::komal.s@pdpu.ac.in::4fb1efaf-2c62-41e6-8bfb-06ab709e1c9f" providerId="AD" clId="Web-{1DB98A15-7733-1FAB-894A-68F4C1BD37AD}" dt="2024-08-24T17:04:38.236" v="94"/>
          <ac:spMkLst>
            <pc:docMk/>
            <pc:sldMk cId="109857222" sldId="256"/>
            <ac:spMk id="4" creationId="{82E62AC2-B8A0-BCD1-DF65-739100F91415}"/>
          </ac:spMkLst>
        </pc:spChg>
        <pc:spChg chg="add del mod">
          <ac:chgData name="Komal S" userId="S::komal.s@pdpu.ac.in::4fb1efaf-2c62-41e6-8bfb-06ab709e1c9f" providerId="AD" clId="Web-{1DB98A15-7733-1FAB-894A-68F4C1BD37AD}" dt="2024-08-24T17:04:44.986" v="98"/>
          <ac:spMkLst>
            <pc:docMk/>
            <pc:sldMk cId="109857222" sldId="256"/>
            <ac:spMk id="5" creationId="{CD5E068D-95EB-3D5F-25C8-4B7BC7C5C39C}"/>
          </ac:spMkLst>
        </pc:spChg>
        <pc:spChg chg="add del mod">
          <ac:chgData name="Komal S" userId="S::komal.s@pdpu.ac.in::4fb1efaf-2c62-41e6-8bfb-06ab709e1c9f" providerId="AD" clId="Web-{1DB98A15-7733-1FAB-894A-68F4C1BD37AD}" dt="2024-08-24T17:04:48.111" v="102"/>
          <ac:spMkLst>
            <pc:docMk/>
            <pc:sldMk cId="109857222" sldId="256"/>
            <ac:spMk id="6" creationId="{D7BCA2F8-47A5-1934-DC40-C9DA661DB006}"/>
          </ac:spMkLst>
        </pc:spChg>
        <pc:spChg chg="add del mod">
          <ac:chgData name="Komal S" userId="S::komal.s@pdpu.ac.in::4fb1efaf-2c62-41e6-8bfb-06ab709e1c9f" providerId="AD" clId="Web-{1DB98A15-7733-1FAB-894A-68F4C1BD37AD}" dt="2024-08-24T17:04:58.377" v="107"/>
          <ac:spMkLst>
            <pc:docMk/>
            <pc:sldMk cId="109857222" sldId="256"/>
            <ac:spMk id="7" creationId="{5B5E6317-8584-EB5A-5499-1334E0B3373D}"/>
          </ac:spMkLst>
        </pc:spChg>
        <pc:spChg chg="add del mod">
          <ac:chgData name="Komal S" userId="S::komal.s@pdpu.ac.in::4fb1efaf-2c62-41e6-8bfb-06ab709e1c9f" providerId="AD" clId="Web-{1DB98A15-7733-1FAB-894A-68F4C1BD37AD}" dt="2024-08-24T17:05:20.955" v="111"/>
          <ac:spMkLst>
            <pc:docMk/>
            <pc:sldMk cId="109857222" sldId="256"/>
            <ac:spMk id="8" creationId="{8C7C707E-11D2-CC27-7F5B-C37EFEA2F644}"/>
          </ac:spMkLst>
        </pc:spChg>
      </pc:sldChg>
      <pc:sldChg chg="new del">
        <pc:chgData name="Komal S" userId="S::komal.s@pdpu.ac.in::4fb1efaf-2c62-41e6-8bfb-06ab709e1c9f" providerId="AD" clId="Web-{1DB98A15-7733-1FAB-894A-68F4C1BD37AD}" dt="2024-08-24T17:03:20.572" v="47"/>
        <pc:sldMkLst>
          <pc:docMk/>
          <pc:sldMk cId="922297459" sldId="257"/>
        </pc:sldMkLst>
      </pc:sldChg>
      <pc:sldChg chg="modSp new">
        <pc:chgData name="Komal S" userId="S::komal.s@pdpu.ac.in::4fb1efaf-2c62-41e6-8bfb-06ab709e1c9f" providerId="AD" clId="Web-{1DB98A15-7733-1FAB-894A-68F4C1BD37AD}" dt="2024-08-24T17:05:54.674" v="119" actId="20577"/>
        <pc:sldMkLst>
          <pc:docMk/>
          <pc:sldMk cId="3425926365" sldId="257"/>
        </pc:sldMkLst>
        <pc:spChg chg="mod">
          <ac:chgData name="Komal S" userId="S::komal.s@pdpu.ac.in::4fb1efaf-2c62-41e6-8bfb-06ab709e1c9f" providerId="AD" clId="Web-{1DB98A15-7733-1FAB-894A-68F4C1BD37AD}" dt="2024-08-24T17:05:54.674" v="119" actId="20577"/>
          <ac:spMkLst>
            <pc:docMk/>
            <pc:sldMk cId="3425926365" sldId="257"/>
            <ac:spMk id="2" creationId="{9DB77528-4A24-D680-8723-A0253CE768C5}"/>
          </ac:spMkLst>
        </pc:spChg>
      </pc:sldChg>
    </pc:docChg>
  </pc:docChgLst>
  <pc:docChgLst>
    <pc:chgData name="Komal S" userId="S::komal.s@pdpu.ac.in::4fb1efaf-2c62-41e6-8bfb-06ab709e1c9f" providerId="AD" clId="Web-{5A3EB37B-A310-8B60-ABDA-81D3D707C0AA}"/>
    <pc:docChg chg="modSld">
      <pc:chgData name="Komal S" userId="S::komal.s@pdpu.ac.in::4fb1efaf-2c62-41e6-8bfb-06ab709e1c9f" providerId="AD" clId="Web-{5A3EB37B-A310-8B60-ABDA-81D3D707C0AA}" dt="2024-09-01T08:00:13.706" v="1" actId="20577"/>
      <pc:docMkLst>
        <pc:docMk/>
      </pc:docMkLst>
      <pc:sldChg chg="modSp">
        <pc:chgData name="Komal S" userId="S::komal.s@pdpu.ac.in::4fb1efaf-2c62-41e6-8bfb-06ab709e1c9f" providerId="AD" clId="Web-{5A3EB37B-A310-8B60-ABDA-81D3D707C0AA}" dt="2024-09-01T08:00:13.706" v="1" actId="20577"/>
        <pc:sldMkLst>
          <pc:docMk/>
          <pc:sldMk cId="1627204256" sldId="273"/>
        </pc:sldMkLst>
        <pc:spChg chg="mod">
          <ac:chgData name="Komal S" userId="S::komal.s@pdpu.ac.in::4fb1efaf-2c62-41e6-8bfb-06ab709e1c9f" providerId="AD" clId="Web-{5A3EB37B-A310-8B60-ABDA-81D3D707C0AA}" dt="2024-09-01T08:00:13.706" v="1" actId="20577"/>
          <ac:spMkLst>
            <pc:docMk/>
            <pc:sldMk cId="1627204256" sldId="273"/>
            <ac:spMk id="3" creationId="{6FB161A8-E5A3-3C49-5F72-ED234F0D6D61}"/>
          </ac:spMkLst>
        </pc:spChg>
      </pc:sldChg>
    </pc:docChg>
  </pc:docChgLst>
  <pc:docChgLst>
    <pc:chgData name="Komal S" userId="S::komal.s@pdpu.ac.in::4fb1efaf-2c62-41e6-8bfb-06ab709e1c9f" providerId="AD" clId="Web-{6B7E5BAB-4AAB-47EC-02B9-552133CF2412}"/>
    <pc:docChg chg="addSld delSld modSld sldOrd">
      <pc:chgData name="Komal S" userId="S::komal.s@pdpu.ac.in::4fb1efaf-2c62-41e6-8bfb-06ab709e1c9f" providerId="AD" clId="Web-{6B7E5BAB-4AAB-47EC-02B9-552133CF2412}" dt="2024-08-25T21:05:30.251" v="647" actId="20577"/>
      <pc:docMkLst>
        <pc:docMk/>
      </pc:docMkLst>
      <pc:sldChg chg="addSp delSp modSp mod setBg setClrOvrMap">
        <pc:chgData name="Komal S" userId="S::komal.s@pdpu.ac.in::4fb1efaf-2c62-41e6-8bfb-06ab709e1c9f" providerId="AD" clId="Web-{6B7E5BAB-4AAB-47EC-02B9-552133CF2412}" dt="2024-08-25T20:33:54.285" v="549" actId="20577"/>
        <pc:sldMkLst>
          <pc:docMk/>
          <pc:sldMk cId="3425926365" sldId="257"/>
        </pc:sldMkLst>
        <pc:spChg chg="mod">
          <ac:chgData name="Komal S" userId="S::komal.s@pdpu.ac.in::4fb1efaf-2c62-41e6-8bfb-06ab709e1c9f" providerId="AD" clId="Web-{6B7E5BAB-4AAB-47EC-02B9-552133CF2412}" dt="2024-08-25T20:33:52.785" v="542"/>
          <ac:spMkLst>
            <pc:docMk/>
            <pc:sldMk cId="3425926365" sldId="257"/>
            <ac:spMk id="2" creationId="{9DB77528-4A24-D680-8723-A0253CE768C5}"/>
          </ac:spMkLst>
        </pc:spChg>
        <pc:spChg chg="mod">
          <ac:chgData name="Komal S" userId="S::komal.s@pdpu.ac.in::4fb1efaf-2c62-41e6-8bfb-06ab709e1c9f" providerId="AD" clId="Web-{6B7E5BAB-4AAB-47EC-02B9-552133CF2412}" dt="2024-08-25T20:33:54.285" v="549" actId="20577"/>
          <ac:spMkLst>
            <pc:docMk/>
            <pc:sldMk cId="3425926365" sldId="257"/>
            <ac:spMk id="3" creationId="{11DEFA06-63D2-0B4D-48B1-48423DBCCD40}"/>
          </ac:spMkLst>
        </pc:spChg>
        <pc:spChg chg="add del">
          <ac:chgData name="Komal S" userId="S::komal.s@pdpu.ac.in::4fb1efaf-2c62-41e6-8bfb-06ab709e1c9f" providerId="AD" clId="Web-{6B7E5BAB-4AAB-47EC-02B9-552133CF2412}" dt="2024-08-25T20:33:17.722" v="536"/>
          <ac:spMkLst>
            <pc:docMk/>
            <pc:sldMk cId="3425926365" sldId="257"/>
            <ac:spMk id="8" creationId="{B6CDA21F-E7AF-4C75-8395-33F58D5B0E45}"/>
          </ac:spMkLst>
        </pc:spChg>
        <pc:spChg chg="add del">
          <ac:chgData name="Komal S" userId="S::komal.s@pdpu.ac.in::4fb1efaf-2c62-41e6-8bfb-06ab709e1c9f" providerId="AD" clId="Web-{6B7E5BAB-4AAB-47EC-02B9-552133CF2412}" dt="2024-08-25T20:33:31.551" v="540"/>
          <ac:spMkLst>
            <pc:docMk/>
            <pc:sldMk cId="3425926365" sldId="257"/>
            <ac:spMk id="12" creationId="{081E4A58-353D-44AE-B2FC-2A74E2E400F7}"/>
          </ac:spMkLst>
        </pc:spChg>
        <pc:spChg chg="add del">
          <ac:chgData name="Komal S" userId="S::komal.s@pdpu.ac.in::4fb1efaf-2c62-41e6-8bfb-06ab709e1c9f" providerId="AD" clId="Web-{6B7E5BAB-4AAB-47EC-02B9-552133CF2412}" dt="2024-08-25T20:33:17.722" v="536"/>
          <ac:spMkLst>
            <pc:docMk/>
            <pc:sldMk cId="3425926365" sldId="257"/>
            <ac:spMk id="15" creationId="{D5B0017B-2ECA-49AF-B397-DC140825DF8D}"/>
          </ac:spMkLst>
        </pc:spChg>
        <pc:spChg chg="add del">
          <ac:chgData name="Komal S" userId="S::komal.s@pdpu.ac.in::4fb1efaf-2c62-41e6-8bfb-06ab709e1c9f" providerId="AD" clId="Web-{6B7E5BAB-4AAB-47EC-02B9-552133CF2412}" dt="2024-08-25T20:33:26.113" v="538"/>
          <ac:spMkLst>
            <pc:docMk/>
            <pc:sldMk cId="3425926365" sldId="257"/>
            <ac:spMk id="19" creationId="{B95B9BA8-1D69-4796-85F5-B6D0BD52354B}"/>
          </ac:spMkLst>
        </pc:spChg>
        <pc:spChg chg="add del">
          <ac:chgData name="Komal S" userId="S::komal.s@pdpu.ac.in::4fb1efaf-2c62-41e6-8bfb-06ab709e1c9f" providerId="AD" clId="Web-{6B7E5BAB-4AAB-47EC-02B9-552133CF2412}" dt="2024-08-25T20:33:31.551" v="540"/>
          <ac:spMkLst>
            <pc:docMk/>
            <pc:sldMk cId="3425926365" sldId="257"/>
            <ac:spMk id="22" creationId="{907EF6B7-1338-4443-8C46-6A318D952DFD}"/>
          </ac:spMkLst>
        </pc:spChg>
        <pc:spChg chg="add del">
          <ac:chgData name="Komal S" userId="S::komal.s@pdpu.ac.in::4fb1efaf-2c62-41e6-8bfb-06ab709e1c9f" providerId="AD" clId="Web-{6B7E5BAB-4AAB-47EC-02B9-552133CF2412}" dt="2024-08-25T20:33:31.551" v="540"/>
          <ac:spMkLst>
            <pc:docMk/>
            <pc:sldMk cId="3425926365" sldId="257"/>
            <ac:spMk id="23" creationId="{DAAE4CDD-124C-4DCF-9584-B6033B545DD5}"/>
          </ac:spMkLst>
        </pc:spChg>
        <pc:spChg chg="add del">
          <ac:chgData name="Komal S" userId="S::komal.s@pdpu.ac.in::4fb1efaf-2c62-41e6-8bfb-06ab709e1c9f" providerId="AD" clId="Web-{6B7E5BAB-4AAB-47EC-02B9-552133CF2412}" dt="2024-08-25T20:33:52.785" v="542"/>
          <ac:spMkLst>
            <pc:docMk/>
            <pc:sldMk cId="3425926365" sldId="257"/>
            <ac:spMk id="25" creationId="{815925C2-A704-4D47-B1C1-3FCA52512EC1}"/>
          </ac:spMkLst>
        </pc:spChg>
        <pc:spChg chg="add del">
          <ac:chgData name="Komal S" userId="S::komal.s@pdpu.ac.in::4fb1efaf-2c62-41e6-8bfb-06ab709e1c9f" providerId="AD" clId="Web-{6B7E5BAB-4AAB-47EC-02B9-552133CF2412}" dt="2024-08-25T20:33:52.785" v="542"/>
          <ac:spMkLst>
            <pc:docMk/>
            <pc:sldMk cId="3425926365" sldId="257"/>
            <ac:spMk id="26" creationId="{01D4315C-C23C-4FD3-98DF-08C29E2292A8}"/>
          </ac:spMkLst>
        </pc:spChg>
        <pc:grpChg chg="add del">
          <ac:chgData name="Komal S" userId="S::komal.s@pdpu.ac.in::4fb1efaf-2c62-41e6-8bfb-06ab709e1c9f" providerId="AD" clId="Web-{6B7E5BAB-4AAB-47EC-02B9-552133CF2412}" dt="2024-08-25T20:33:17.722" v="536"/>
          <ac:grpSpMkLst>
            <pc:docMk/>
            <pc:sldMk cId="3425926365" sldId="257"/>
            <ac:grpSpMk id="10" creationId="{AE1C45F0-260A-458C-96ED-C1F6D2151219}"/>
          </ac:grpSpMkLst>
        </pc:grpChg>
        <pc:grpChg chg="add del">
          <ac:chgData name="Komal S" userId="S::komal.s@pdpu.ac.in::4fb1efaf-2c62-41e6-8bfb-06ab709e1c9f" providerId="AD" clId="Web-{6B7E5BAB-4AAB-47EC-02B9-552133CF2412}" dt="2024-08-25T20:33:52.785" v="542"/>
          <ac:grpSpMkLst>
            <pc:docMk/>
            <pc:sldMk cId="3425926365" sldId="257"/>
            <ac:grpSpMk id="16" creationId="{43F5E015-E085-4624-B431-B42414448684}"/>
          </ac:grpSpMkLst>
        </pc:grpChg>
        <pc:grpChg chg="add del">
          <ac:chgData name="Komal S" userId="S::komal.s@pdpu.ac.in::4fb1efaf-2c62-41e6-8bfb-06ab709e1c9f" providerId="AD" clId="Web-{6B7E5BAB-4AAB-47EC-02B9-552133CF2412}" dt="2024-08-25T20:33:26.113" v="538"/>
          <ac:grpSpMkLst>
            <pc:docMk/>
            <pc:sldMk cId="3425926365" sldId="257"/>
            <ac:grpSpMk id="20" creationId="{4728F330-19FB-4D39-BD0F-53032ABFEB7F}"/>
          </ac:grpSpMkLst>
        </pc:grpChg>
        <pc:grpChg chg="add del">
          <ac:chgData name="Komal S" userId="S::komal.s@pdpu.ac.in::4fb1efaf-2c62-41e6-8bfb-06ab709e1c9f" providerId="AD" clId="Web-{6B7E5BAB-4AAB-47EC-02B9-552133CF2412}" dt="2024-08-25T20:33:52.785" v="542"/>
          <ac:grpSpMkLst>
            <pc:docMk/>
            <pc:sldMk cId="3425926365" sldId="257"/>
            <ac:grpSpMk id="27" creationId="{5E6B47BC-43FD-4C91-8BFF-B41B99A8A39E}"/>
          </ac:grpSpMkLst>
        </pc:grpChg>
        <pc:cxnChg chg="add del">
          <ac:chgData name="Komal S" userId="S::komal.s@pdpu.ac.in::4fb1efaf-2c62-41e6-8bfb-06ab709e1c9f" providerId="AD" clId="Web-{6B7E5BAB-4AAB-47EC-02B9-552133CF2412}" dt="2024-08-25T20:33:17.722" v="536"/>
          <ac:cxnSpMkLst>
            <pc:docMk/>
            <pc:sldMk cId="3425926365" sldId="257"/>
            <ac:cxnSpMk id="17" creationId="{6CF1BAF6-AD41-4082-B212-8A1F9A2E8779}"/>
          </ac:cxnSpMkLst>
        </pc:cxnChg>
      </pc:sldChg>
      <pc:sldChg chg="modSp">
        <pc:chgData name="Komal S" userId="S::komal.s@pdpu.ac.in::4fb1efaf-2c62-41e6-8bfb-06ab709e1c9f" providerId="AD" clId="Web-{6B7E5BAB-4AAB-47EC-02B9-552133CF2412}" dt="2024-08-25T21:03:06.419" v="632"/>
        <pc:sldMkLst>
          <pc:docMk/>
          <pc:sldMk cId="963951447" sldId="258"/>
        </pc:sldMkLst>
        <pc:spChg chg="mod">
          <ac:chgData name="Komal S" userId="S::komal.s@pdpu.ac.in::4fb1efaf-2c62-41e6-8bfb-06ab709e1c9f" providerId="AD" clId="Web-{6B7E5BAB-4AAB-47EC-02B9-552133CF2412}" dt="2024-08-25T21:03:06.419" v="632"/>
          <ac:spMkLst>
            <pc:docMk/>
            <pc:sldMk cId="963951447" sldId="258"/>
            <ac:spMk id="3" creationId="{6867C569-A962-5E90-661C-CEF026C7E5CB}"/>
          </ac:spMkLst>
        </pc:spChg>
      </pc:sldChg>
      <pc:sldChg chg="modSp">
        <pc:chgData name="Komal S" userId="S::komal.s@pdpu.ac.in::4fb1efaf-2c62-41e6-8bfb-06ab709e1c9f" providerId="AD" clId="Web-{6B7E5BAB-4AAB-47EC-02B9-552133CF2412}" dt="2024-08-25T21:03:12.715" v="633"/>
        <pc:sldMkLst>
          <pc:docMk/>
          <pc:sldMk cId="629661951" sldId="259"/>
        </pc:sldMkLst>
        <pc:spChg chg="mod">
          <ac:chgData name="Komal S" userId="S::komal.s@pdpu.ac.in::4fb1efaf-2c62-41e6-8bfb-06ab709e1c9f" providerId="AD" clId="Web-{6B7E5BAB-4AAB-47EC-02B9-552133CF2412}" dt="2024-08-25T21:03:12.715" v="633"/>
          <ac:spMkLst>
            <pc:docMk/>
            <pc:sldMk cId="629661951" sldId="259"/>
            <ac:spMk id="3" creationId="{A48A950D-14DE-644D-260E-500BB927CAD6}"/>
          </ac:spMkLst>
        </pc:spChg>
      </pc:sldChg>
      <pc:sldChg chg="addSp delSp modSp mod setBg">
        <pc:chgData name="Komal S" userId="S::komal.s@pdpu.ac.in::4fb1efaf-2c62-41e6-8bfb-06ab709e1c9f" providerId="AD" clId="Web-{6B7E5BAB-4AAB-47EC-02B9-552133CF2412}" dt="2024-08-25T20:59:21.368" v="595" actId="20577"/>
        <pc:sldMkLst>
          <pc:docMk/>
          <pc:sldMk cId="49744603" sldId="264"/>
        </pc:sldMkLst>
        <pc:spChg chg="mod ord">
          <ac:chgData name="Komal S" userId="S::komal.s@pdpu.ac.in::4fb1efaf-2c62-41e6-8bfb-06ab709e1c9f" providerId="AD" clId="Web-{6B7E5BAB-4AAB-47EC-02B9-552133CF2412}" dt="2024-08-25T20:59:21.368" v="595" actId="20577"/>
          <ac:spMkLst>
            <pc:docMk/>
            <pc:sldMk cId="49744603" sldId="264"/>
            <ac:spMk id="2" creationId="{DCC53CCB-35C4-349E-A6BD-9B9133590E56}"/>
          </ac:spMkLst>
        </pc:spChg>
        <pc:spChg chg="del">
          <ac:chgData name="Komal S" userId="S::komal.s@pdpu.ac.in::4fb1efaf-2c62-41e6-8bfb-06ab709e1c9f" providerId="AD" clId="Web-{6B7E5BAB-4AAB-47EC-02B9-552133CF2412}" dt="2024-08-25T20:40:04.666" v="550"/>
          <ac:spMkLst>
            <pc:docMk/>
            <pc:sldMk cId="49744603" sldId="264"/>
            <ac:spMk id="3" creationId="{107FCA5B-C113-5354-E774-9E57B5A4ECE3}"/>
          </ac:spMkLst>
        </pc:spChg>
        <pc:spChg chg="add del">
          <ac:chgData name="Komal S" userId="S::komal.s@pdpu.ac.in::4fb1efaf-2c62-41e6-8bfb-06ab709e1c9f" providerId="AD" clId="Web-{6B7E5BAB-4AAB-47EC-02B9-552133CF2412}" dt="2024-08-25T20:58:26.488" v="585"/>
          <ac:spMkLst>
            <pc:docMk/>
            <pc:sldMk cId="49744603" sldId="264"/>
            <ac:spMk id="8" creationId="{DF8AC960-1940-FC4F-79A2-6DA2C85059DF}"/>
          </ac:spMkLst>
        </pc:spChg>
        <pc:spChg chg="add del">
          <ac:chgData name="Komal S" userId="S::komal.s@pdpu.ac.in::4fb1efaf-2c62-41e6-8bfb-06ab709e1c9f" providerId="AD" clId="Web-{6B7E5BAB-4AAB-47EC-02B9-552133CF2412}" dt="2024-08-25T20:58:18.879" v="583"/>
          <ac:spMkLst>
            <pc:docMk/>
            <pc:sldMk cId="49744603" sldId="264"/>
            <ac:spMk id="9" creationId="{0E91F5CA-B392-444C-88E3-BF5BAAEBDEB0}"/>
          </ac:spMkLst>
        </pc:spChg>
        <pc:spChg chg="add del">
          <ac:chgData name="Komal S" userId="S::komal.s@pdpu.ac.in::4fb1efaf-2c62-41e6-8bfb-06ab709e1c9f" providerId="AD" clId="Web-{6B7E5BAB-4AAB-47EC-02B9-552133CF2412}" dt="2024-08-25T20:58:18.879" v="583"/>
          <ac:spMkLst>
            <pc:docMk/>
            <pc:sldMk cId="49744603" sldId="264"/>
            <ac:spMk id="11" creationId="{0459807F-B6FA-44D3-9A53-C55B6B56884A}"/>
          </ac:spMkLst>
        </pc:spChg>
        <pc:spChg chg="add del">
          <ac:chgData name="Komal S" userId="S::komal.s@pdpu.ac.in::4fb1efaf-2c62-41e6-8bfb-06ab709e1c9f" providerId="AD" clId="Web-{6B7E5BAB-4AAB-47EC-02B9-552133CF2412}" dt="2024-08-25T20:59:01.196" v="592"/>
          <ac:spMkLst>
            <pc:docMk/>
            <pc:sldMk cId="49744603" sldId="264"/>
            <ac:spMk id="16" creationId="{37C89E4B-3C9F-44B9-8B86-D9E3D112D8EC}"/>
          </ac:spMkLst>
        </pc:spChg>
        <pc:spChg chg="add">
          <ac:chgData name="Komal S" userId="S::komal.s@pdpu.ac.in::4fb1efaf-2c62-41e6-8bfb-06ab709e1c9f" providerId="AD" clId="Web-{6B7E5BAB-4AAB-47EC-02B9-552133CF2412}" dt="2024-08-25T20:59:01.196" v="592"/>
          <ac:spMkLst>
            <pc:docMk/>
            <pc:sldMk cId="49744603" sldId="264"/>
            <ac:spMk id="22" creationId="{A4AC5506-6312-4701-8D3C-40187889A947}"/>
          </ac:spMkLst>
        </pc:spChg>
        <pc:grpChg chg="add del">
          <ac:chgData name="Komal S" userId="S::komal.s@pdpu.ac.in::4fb1efaf-2c62-41e6-8bfb-06ab709e1c9f" providerId="AD" clId="Web-{6B7E5BAB-4AAB-47EC-02B9-552133CF2412}" dt="2024-08-25T20:58:26.488" v="585"/>
          <ac:grpSpMkLst>
            <pc:docMk/>
            <pc:sldMk cId="49744603" sldId="264"/>
            <ac:grpSpMk id="14" creationId="{6258F736-B256-8039-9DC6-F4E49A5C5AD5}"/>
          </ac:grpSpMkLst>
        </pc:grpChg>
        <pc:picChg chg="add mod ord">
          <ac:chgData name="Komal S" userId="S::komal.s@pdpu.ac.in::4fb1efaf-2c62-41e6-8bfb-06ab709e1c9f" providerId="AD" clId="Web-{6B7E5BAB-4AAB-47EC-02B9-552133CF2412}" dt="2024-08-25T20:59:01.196" v="592"/>
          <ac:picMkLst>
            <pc:docMk/>
            <pc:sldMk cId="49744603" sldId="264"/>
            <ac:picMk id="4" creationId="{95D1B005-ACFD-6EAC-19D5-CC34FC564CCA}"/>
          </ac:picMkLst>
        </pc:picChg>
        <pc:cxnChg chg="add del">
          <ac:chgData name="Komal S" userId="S::komal.s@pdpu.ac.in::4fb1efaf-2c62-41e6-8bfb-06ab709e1c9f" providerId="AD" clId="Web-{6B7E5BAB-4AAB-47EC-02B9-552133CF2412}" dt="2024-08-25T20:59:01.196" v="592"/>
          <ac:cxnSpMkLst>
            <pc:docMk/>
            <pc:sldMk cId="49744603" sldId="264"/>
            <ac:cxnSpMk id="13" creationId="{D891E407-403B-4764-86C9-33A56D3BCAA3}"/>
          </ac:cxnSpMkLst>
        </pc:cxnChg>
        <pc:cxnChg chg="add del">
          <ac:chgData name="Komal S" userId="S::komal.s@pdpu.ac.in::4fb1efaf-2c62-41e6-8bfb-06ab709e1c9f" providerId="AD" clId="Web-{6B7E5BAB-4AAB-47EC-02B9-552133CF2412}" dt="2024-08-25T20:59:01.196" v="592"/>
          <ac:cxnSpMkLst>
            <pc:docMk/>
            <pc:sldMk cId="49744603" sldId="264"/>
            <ac:cxnSpMk id="17" creationId="{AA2EAA10-076F-46BD-8F0F-B9A2FB77A85C}"/>
          </ac:cxnSpMkLst>
        </pc:cxnChg>
      </pc:sldChg>
      <pc:sldChg chg="modSp">
        <pc:chgData name="Komal S" userId="S::komal.s@pdpu.ac.in::4fb1efaf-2c62-41e6-8bfb-06ab709e1c9f" providerId="AD" clId="Web-{6B7E5BAB-4AAB-47EC-02B9-552133CF2412}" dt="2024-08-25T20:59:59.994" v="601" actId="20577"/>
        <pc:sldMkLst>
          <pc:docMk/>
          <pc:sldMk cId="3870353081" sldId="265"/>
        </pc:sldMkLst>
        <pc:spChg chg="mod">
          <ac:chgData name="Komal S" userId="S::komal.s@pdpu.ac.in::4fb1efaf-2c62-41e6-8bfb-06ab709e1c9f" providerId="AD" clId="Web-{6B7E5BAB-4AAB-47EC-02B9-552133CF2412}" dt="2024-08-25T20:59:59.994" v="601" actId="20577"/>
          <ac:spMkLst>
            <pc:docMk/>
            <pc:sldMk cId="3870353081" sldId="265"/>
            <ac:spMk id="2" creationId="{FD96CED4-7FF4-B070-BF5B-C83DDF72C380}"/>
          </ac:spMkLst>
        </pc:spChg>
      </pc:sldChg>
      <pc:sldChg chg="modSp">
        <pc:chgData name="Komal S" userId="S::komal.s@pdpu.ac.in::4fb1efaf-2c62-41e6-8bfb-06ab709e1c9f" providerId="AD" clId="Web-{6B7E5BAB-4AAB-47EC-02B9-552133CF2412}" dt="2024-08-25T20:59:53.134" v="597" actId="20577"/>
        <pc:sldMkLst>
          <pc:docMk/>
          <pc:sldMk cId="3250167157" sldId="266"/>
        </pc:sldMkLst>
        <pc:spChg chg="mod">
          <ac:chgData name="Komal S" userId="S::komal.s@pdpu.ac.in::4fb1efaf-2c62-41e6-8bfb-06ab709e1c9f" providerId="AD" clId="Web-{6B7E5BAB-4AAB-47EC-02B9-552133CF2412}" dt="2024-08-25T20:59:53.134" v="597" actId="20577"/>
          <ac:spMkLst>
            <pc:docMk/>
            <pc:sldMk cId="3250167157" sldId="266"/>
            <ac:spMk id="2" creationId="{AD098644-31FC-8D22-E463-A2AC82E3B48E}"/>
          </ac:spMkLst>
        </pc:spChg>
      </pc:sldChg>
      <pc:sldChg chg="modSp">
        <pc:chgData name="Komal S" userId="S::komal.s@pdpu.ac.in::4fb1efaf-2c62-41e6-8bfb-06ab709e1c9f" providerId="AD" clId="Web-{6B7E5BAB-4AAB-47EC-02B9-552133CF2412}" dt="2024-08-25T21:00:05.634" v="607" actId="20577"/>
        <pc:sldMkLst>
          <pc:docMk/>
          <pc:sldMk cId="1635188822" sldId="267"/>
        </pc:sldMkLst>
        <pc:spChg chg="mod">
          <ac:chgData name="Komal S" userId="S::komal.s@pdpu.ac.in::4fb1efaf-2c62-41e6-8bfb-06ab709e1c9f" providerId="AD" clId="Web-{6B7E5BAB-4AAB-47EC-02B9-552133CF2412}" dt="2024-08-25T21:00:05.634" v="607" actId="20577"/>
          <ac:spMkLst>
            <pc:docMk/>
            <pc:sldMk cId="1635188822" sldId="267"/>
            <ac:spMk id="2" creationId="{A2FEDA2F-BE34-2B88-E74D-0B5EF0664691}"/>
          </ac:spMkLst>
        </pc:spChg>
      </pc:sldChg>
      <pc:sldChg chg="modSp">
        <pc:chgData name="Komal S" userId="S::komal.s@pdpu.ac.in::4fb1efaf-2c62-41e6-8bfb-06ab709e1c9f" providerId="AD" clId="Web-{6B7E5BAB-4AAB-47EC-02B9-552133CF2412}" dt="2024-08-25T21:00:20.681" v="612" actId="20577"/>
        <pc:sldMkLst>
          <pc:docMk/>
          <pc:sldMk cId="2136728361" sldId="269"/>
        </pc:sldMkLst>
        <pc:spChg chg="mod">
          <ac:chgData name="Komal S" userId="S::komal.s@pdpu.ac.in::4fb1efaf-2c62-41e6-8bfb-06ab709e1c9f" providerId="AD" clId="Web-{6B7E5BAB-4AAB-47EC-02B9-552133CF2412}" dt="2024-08-25T21:00:20.681" v="612" actId="20577"/>
          <ac:spMkLst>
            <pc:docMk/>
            <pc:sldMk cId="2136728361" sldId="269"/>
            <ac:spMk id="2" creationId="{7C9FABBB-C028-C6E7-F1D7-D49DC59DC502}"/>
          </ac:spMkLst>
        </pc:spChg>
      </pc:sldChg>
      <pc:sldChg chg="modSp">
        <pc:chgData name="Komal S" userId="S::komal.s@pdpu.ac.in::4fb1efaf-2c62-41e6-8bfb-06ab709e1c9f" providerId="AD" clId="Web-{6B7E5BAB-4AAB-47EC-02B9-552133CF2412}" dt="2024-08-25T21:00:36.572" v="614" actId="20577"/>
        <pc:sldMkLst>
          <pc:docMk/>
          <pc:sldMk cId="3011119405" sldId="275"/>
        </pc:sldMkLst>
        <pc:spChg chg="mod">
          <ac:chgData name="Komal S" userId="S::komal.s@pdpu.ac.in::4fb1efaf-2c62-41e6-8bfb-06ab709e1c9f" providerId="AD" clId="Web-{6B7E5BAB-4AAB-47EC-02B9-552133CF2412}" dt="2024-08-25T21:00:36.572" v="614" actId="20577"/>
          <ac:spMkLst>
            <pc:docMk/>
            <pc:sldMk cId="3011119405" sldId="275"/>
            <ac:spMk id="2" creationId="{C6839AB2-C73D-F271-1106-ED2602F0984B}"/>
          </ac:spMkLst>
        </pc:spChg>
      </pc:sldChg>
      <pc:sldChg chg="modSp">
        <pc:chgData name="Komal S" userId="S::komal.s@pdpu.ac.in::4fb1efaf-2c62-41e6-8bfb-06ab709e1c9f" providerId="AD" clId="Web-{6B7E5BAB-4AAB-47EC-02B9-552133CF2412}" dt="2024-08-25T21:00:58.526" v="617" actId="20577"/>
        <pc:sldMkLst>
          <pc:docMk/>
          <pc:sldMk cId="911077029" sldId="277"/>
        </pc:sldMkLst>
        <pc:spChg chg="mod">
          <ac:chgData name="Komal S" userId="S::komal.s@pdpu.ac.in::4fb1efaf-2c62-41e6-8bfb-06ab709e1c9f" providerId="AD" clId="Web-{6B7E5BAB-4AAB-47EC-02B9-552133CF2412}" dt="2024-08-25T21:00:58.526" v="617" actId="20577"/>
          <ac:spMkLst>
            <pc:docMk/>
            <pc:sldMk cId="911077029" sldId="277"/>
            <ac:spMk id="2" creationId="{388576B9-CA05-2362-48A9-73A6373D8560}"/>
          </ac:spMkLst>
        </pc:spChg>
      </pc:sldChg>
      <pc:sldChg chg="addSp delSp modSp">
        <pc:chgData name="Komal S" userId="S::komal.s@pdpu.ac.in::4fb1efaf-2c62-41e6-8bfb-06ab709e1c9f" providerId="AD" clId="Web-{6B7E5BAB-4AAB-47EC-02B9-552133CF2412}" dt="2024-08-25T20:44:04.105" v="554"/>
        <pc:sldMkLst>
          <pc:docMk/>
          <pc:sldMk cId="3134682565" sldId="291"/>
        </pc:sldMkLst>
        <pc:spChg chg="del">
          <ac:chgData name="Komal S" userId="S::komal.s@pdpu.ac.in::4fb1efaf-2c62-41e6-8bfb-06ab709e1c9f" providerId="AD" clId="Web-{6B7E5BAB-4AAB-47EC-02B9-552133CF2412}" dt="2024-08-25T20:44:04.105" v="554"/>
          <ac:spMkLst>
            <pc:docMk/>
            <pc:sldMk cId="3134682565" sldId="291"/>
            <ac:spMk id="3" creationId="{3763931F-CE88-E182-8331-8E2C0E7B5EF2}"/>
          </ac:spMkLst>
        </pc:spChg>
        <pc:picChg chg="add mod ord">
          <ac:chgData name="Komal S" userId="S::komal.s@pdpu.ac.in::4fb1efaf-2c62-41e6-8bfb-06ab709e1c9f" providerId="AD" clId="Web-{6B7E5BAB-4AAB-47EC-02B9-552133CF2412}" dt="2024-08-25T20:44:04.105" v="554"/>
          <ac:picMkLst>
            <pc:docMk/>
            <pc:sldMk cId="3134682565" sldId="291"/>
            <ac:picMk id="4" creationId="{3ACCC9A0-CAAA-CF39-C3FA-EE4C851A9103}"/>
          </ac:picMkLst>
        </pc:picChg>
      </pc:sldChg>
      <pc:sldChg chg="addSp delSp modSp">
        <pc:chgData name="Komal S" userId="S::komal.s@pdpu.ac.in::4fb1efaf-2c62-41e6-8bfb-06ab709e1c9f" providerId="AD" clId="Web-{6B7E5BAB-4AAB-47EC-02B9-552133CF2412}" dt="2024-08-25T20:44:50.528" v="555"/>
        <pc:sldMkLst>
          <pc:docMk/>
          <pc:sldMk cId="1281622866" sldId="292"/>
        </pc:sldMkLst>
        <pc:spChg chg="del">
          <ac:chgData name="Komal S" userId="S::komal.s@pdpu.ac.in::4fb1efaf-2c62-41e6-8bfb-06ab709e1c9f" providerId="AD" clId="Web-{6B7E5BAB-4AAB-47EC-02B9-552133CF2412}" dt="2024-08-25T20:44:50.528" v="555"/>
          <ac:spMkLst>
            <pc:docMk/>
            <pc:sldMk cId="1281622866" sldId="292"/>
            <ac:spMk id="3" creationId="{03D076E8-EFF9-B146-75D7-EBC2A750C599}"/>
          </ac:spMkLst>
        </pc:spChg>
        <pc:picChg chg="add mod ord">
          <ac:chgData name="Komal S" userId="S::komal.s@pdpu.ac.in::4fb1efaf-2c62-41e6-8bfb-06ab709e1c9f" providerId="AD" clId="Web-{6B7E5BAB-4AAB-47EC-02B9-552133CF2412}" dt="2024-08-25T20:44:50.528" v="555"/>
          <ac:picMkLst>
            <pc:docMk/>
            <pc:sldMk cId="1281622866" sldId="292"/>
            <ac:picMk id="4" creationId="{E45EDC64-B3E8-EE88-E43B-696A479A4580}"/>
          </ac:picMkLst>
        </pc:picChg>
      </pc:sldChg>
      <pc:sldChg chg="addSp delSp modSp">
        <pc:chgData name="Komal S" userId="S::komal.s@pdpu.ac.in::4fb1efaf-2c62-41e6-8bfb-06ab709e1c9f" providerId="AD" clId="Web-{6B7E5BAB-4AAB-47EC-02B9-552133CF2412}" dt="2024-08-25T21:01:53.307" v="629" actId="20577"/>
        <pc:sldMkLst>
          <pc:docMk/>
          <pc:sldMk cId="760102680" sldId="293"/>
        </pc:sldMkLst>
        <pc:spChg chg="mod">
          <ac:chgData name="Komal S" userId="S::komal.s@pdpu.ac.in::4fb1efaf-2c62-41e6-8bfb-06ab709e1c9f" providerId="AD" clId="Web-{6B7E5BAB-4AAB-47EC-02B9-552133CF2412}" dt="2024-08-25T21:01:53.307" v="629" actId="20577"/>
          <ac:spMkLst>
            <pc:docMk/>
            <pc:sldMk cId="760102680" sldId="293"/>
            <ac:spMk id="2" creationId="{DA545432-E2A2-2D6D-D25E-8A5E31CEEA5B}"/>
          </ac:spMkLst>
        </pc:spChg>
        <pc:spChg chg="del">
          <ac:chgData name="Komal S" userId="S::komal.s@pdpu.ac.in::4fb1efaf-2c62-41e6-8bfb-06ab709e1c9f" providerId="AD" clId="Web-{6B7E5BAB-4AAB-47EC-02B9-552133CF2412}" dt="2024-08-25T20:45:37.907" v="556"/>
          <ac:spMkLst>
            <pc:docMk/>
            <pc:sldMk cId="760102680" sldId="293"/>
            <ac:spMk id="3" creationId="{B9B91F73-4E91-2909-7519-E2E32DDA98C0}"/>
          </ac:spMkLst>
        </pc:spChg>
        <pc:picChg chg="add mod ord">
          <ac:chgData name="Komal S" userId="S::komal.s@pdpu.ac.in::4fb1efaf-2c62-41e6-8bfb-06ab709e1c9f" providerId="AD" clId="Web-{6B7E5BAB-4AAB-47EC-02B9-552133CF2412}" dt="2024-08-25T20:45:37.907" v="556"/>
          <ac:picMkLst>
            <pc:docMk/>
            <pc:sldMk cId="760102680" sldId="293"/>
            <ac:picMk id="4" creationId="{AB88DB34-9036-D53D-7AD5-40BE4EFB99C7}"/>
          </ac:picMkLst>
        </pc:picChg>
      </pc:sldChg>
      <pc:sldChg chg="addSp delSp modSp">
        <pc:chgData name="Komal S" userId="S::komal.s@pdpu.ac.in::4fb1efaf-2c62-41e6-8bfb-06ab709e1c9f" providerId="AD" clId="Web-{6B7E5BAB-4AAB-47EC-02B9-552133CF2412}" dt="2024-08-25T20:46:56.802" v="557"/>
        <pc:sldMkLst>
          <pc:docMk/>
          <pc:sldMk cId="311745297" sldId="294"/>
        </pc:sldMkLst>
        <pc:spChg chg="del">
          <ac:chgData name="Komal S" userId="S::komal.s@pdpu.ac.in::4fb1efaf-2c62-41e6-8bfb-06ab709e1c9f" providerId="AD" clId="Web-{6B7E5BAB-4AAB-47EC-02B9-552133CF2412}" dt="2024-08-25T20:46:56.802" v="557"/>
          <ac:spMkLst>
            <pc:docMk/>
            <pc:sldMk cId="311745297" sldId="294"/>
            <ac:spMk id="3" creationId="{C71C9006-371F-1902-11A0-1DD92D77BC03}"/>
          </ac:spMkLst>
        </pc:spChg>
        <pc:picChg chg="add mod ord">
          <ac:chgData name="Komal S" userId="S::komal.s@pdpu.ac.in::4fb1efaf-2c62-41e6-8bfb-06ab709e1c9f" providerId="AD" clId="Web-{6B7E5BAB-4AAB-47EC-02B9-552133CF2412}" dt="2024-08-25T20:46:56.802" v="557"/>
          <ac:picMkLst>
            <pc:docMk/>
            <pc:sldMk cId="311745297" sldId="294"/>
            <ac:picMk id="4" creationId="{A314DAE2-B33A-432F-4BD4-0795C44E5F35}"/>
          </ac:picMkLst>
        </pc:picChg>
      </pc:sldChg>
      <pc:sldChg chg="addSp delSp modSp">
        <pc:chgData name="Komal S" userId="S::komal.s@pdpu.ac.in::4fb1efaf-2c62-41e6-8bfb-06ab709e1c9f" providerId="AD" clId="Web-{6B7E5BAB-4AAB-47EC-02B9-552133CF2412}" dt="2024-08-25T20:48:25.865" v="558"/>
        <pc:sldMkLst>
          <pc:docMk/>
          <pc:sldMk cId="1439761177" sldId="297"/>
        </pc:sldMkLst>
        <pc:spChg chg="del">
          <ac:chgData name="Komal S" userId="S::komal.s@pdpu.ac.in::4fb1efaf-2c62-41e6-8bfb-06ab709e1c9f" providerId="AD" clId="Web-{6B7E5BAB-4AAB-47EC-02B9-552133CF2412}" dt="2024-08-25T20:48:25.865" v="558"/>
          <ac:spMkLst>
            <pc:docMk/>
            <pc:sldMk cId="1439761177" sldId="297"/>
            <ac:spMk id="3" creationId="{2280D87C-853E-7821-952F-DCEF8433CB25}"/>
          </ac:spMkLst>
        </pc:spChg>
        <pc:picChg chg="add mod ord">
          <ac:chgData name="Komal S" userId="S::komal.s@pdpu.ac.in::4fb1efaf-2c62-41e6-8bfb-06ab709e1c9f" providerId="AD" clId="Web-{6B7E5BAB-4AAB-47EC-02B9-552133CF2412}" dt="2024-08-25T20:48:25.865" v="558"/>
          <ac:picMkLst>
            <pc:docMk/>
            <pc:sldMk cId="1439761177" sldId="297"/>
            <ac:picMk id="4" creationId="{284880CE-B69E-2677-6791-A8BCC3101E47}"/>
          </ac:picMkLst>
        </pc:picChg>
      </pc:sldChg>
      <pc:sldChg chg="addSp delSp modSp">
        <pc:chgData name="Komal S" userId="S::komal.s@pdpu.ac.in::4fb1efaf-2c62-41e6-8bfb-06ab709e1c9f" providerId="AD" clId="Web-{6B7E5BAB-4AAB-47EC-02B9-552133CF2412}" dt="2024-08-25T20:52:24.406" v="559"/>
        <pc:sldMkLst>
          <pc:docMk/>
          <pc:sldMk cId="2556117198" sldId="298"/>
        </pc:sldMkLst>
        <pc:spChg chg="del">
          <ac:chgData name="Komal S" userId="S::komal.s@pdpu.ac.in::4fb1efaf-2c62-41e6-8bfb-06ab709e1c9f" providerId="AD" clId="Web-{6B7E5BAB-4AAB-47EC-02B9-552133CF2412}" dt="2024-08-25T20:52:24.406" v="559"/>
          <ac:spMkLst>
            <pc:docMk/>
            <pc:sldMk cId="2556117198" sldId="298"/>
            <ac:spMk id="3" creationId="{939EAD55-DDCE-614B-4AD4-275DD044A6FD}"/>
          </ac:spMkLst>
        </pc:spChg>
        <pc:picChg chg="add mod ord">
          <ac:chgData name="Komal S" userId="S::komal.s@pdpu.ac.in::4fb1efaf-2c62-41e6-8bfb-06ab709e1c9f" providerId="AD" clId="Web-{6B7E5BAB-4AAB-47EC-02B9-552133CF2412}" dt="2024-08-25T20:52:24.406" v="559"/>
          <ac:picMkLst>
            <pc:docMk/>
            <pc:sldMk cId="2556117198" sldId="298"/>
            <ac:picMk id="4" creationId="{F93DA0CF-A1CB-56E9-B27B-535CDEEEC683}"/>
          </ac:picMkLst>
        </pc:picChg>
      </pc:sldChg>
      <pc:sldChg chg="addSp delSp modSp">
        <pc:chgData name="Komal S" userId="S::komal.s@pdpu.ac.in::4fb1efaf-2c62-41e6-8bfb-06ab709e1c9f" providerId="AD" clId="Web-{6B7E5BAB-4AAB-47EC-02B9-552133CF2412}" dt="2024-08-25T20:53:40.345" v="563" actId="14100"/>
        <pc:sldMkLst>
          <pc:docMk/>
          <pc:sldMk cId="1384494471" sldId="299"/>
        </pc:sldMkLst>
        <pc:spChg chg="del">
          <ac:chgData name="Komal S" userId="S::komal.s@pdpu.ac.in::4fb1efaf-2c62-41e6-8bfb-06ab709e1c9f" providerId="AD" clId="Web-{6B7E5BAB-4AAB-47EC-02B9-552133CF2412}" dt="2024-08-25T20:53:25.579" v="560"/>
          <ac:spMkLst>
            <pc:docMk/>
            <pc:sldMk cId="1384494471" sldId="299"/>
            <ac:spMk id="3" creationId="{A1C1F0EC-5171-B954-D6EA-7A3D05356959}"/>
          </ac:spMkLst>
        </pc:spChg>
        <pc:picChg chg="add mod ord">
          <ac:chgData name="Komal S" userId="S::komal.s@pdpu.ac.in::4fb1efaf-2c62-41e6-8bfb-06ab709e1c9f" providerId="AD" clId="Web-{6B7E5BAB-4AAB-47EC-02B9-552133CF2412}" dt="2024-08-25T20:53:40.345" v="563" actId="14100"/>
          <ac:picMkLst>
            <pc:docMk/>
            <pc:sldMk cId="1384494471" sldId="299"/>
            <ac:picMk id="4" creationId="{43CCA32E-CC3E-FFB7-7B9B-A2B7EB1D6FDC}"/>
          </ac:picMkLst>
        </pc:picChg>
      </pc:sldChg>
      <pc:sldChg chg="addSp delSp modSp">
        <pc:chgData name="Komal S" userId="S::komal.s@pdpu.ac.in::4fb1efaf-2c62-41e6-8bfb-06ab709e1c9f" providerId="AD" clId="Web-{6B7E5BAB-4AAB-47EC-02B9-552133CF2412}" dt="2024-08-25T20:54:37.439" v="567" actId="14100"/>
        <pc:sldMkLst>
          <pc:docMk/>
          <pc:sldMk cId="596155255" sldId="300"/>
        </pc:sldMkLst>
        <pc:spChg chg="del">
          <ac:chgData name="Komal S" userId="S::komal.s@pdpu.ac.in::4fb1efaf-2c62-41e6-8bfb-06ab709e1c9f" providerId="AD" clId="Web-{6B7E5BAB-4AAB-47EC-02B9-552133CF2412}" dt="2024-08-25T20:54:21.939" v="564"/>
          <ac:spMkLst>
            <pc:docMk/>
            <pc:sldMk cId="596155255" sldId="300"/>
            <ac:spMk id="3" creationId="{82E5F8BB-8399-D546-FD56-10883C3A996A}"/>
          </ac:spMkLst>
        </pc:spChg>
        <pc:picChg chg="add mod ord">
          <ac:chgData name="Komal S" userId="S::komal.s@pdpu.ac.in::4fb1efaf-2c62-41e6-8bfb-06ab709e1c9f" providerId="AD" clId="Web-{6B7E5BAB-4AAB-47EC-02B9-552133CF2412}" dt="2024-08-25T20:54:37.439" v="567" actId="14100"/>
          <ac:picMkLst>
            <pc:docMk/>
            <pc:sldMk cId="596155255" sldId="300"/>
            <ac:picMk id="4" creationId="{7AEE2E07-171A-B9AC-CA12-8DA9300E3B0B}"/>
          </ac:picMkLst>
        </pc:picChg>
      </pc:sldChg>
      <pc:sldChg chg="modSp new">
        <pc:chgData name="Komal S" userId="S::komal.s@pdpu.ac.in::4fb1efaf-2c62-41e6-8bfb-06ab709e1c9f" providerId="AD" clId="Web-{6B7E5BAB-4AAB-47EC-02B9-552133CF2412}" dt="2024-08-25T19:12:34.996" v="55" actId="20577"/>
        <pc:sldMkLst>
          <pc:docMk/>
          <pc:sldMk cId="2427330031" sldId="303"/>
        </pc:sldMkLst>
        <pc:spChg chg="mod">
          <ac:chgData name="Komal S" userId="S::komal.s@pdpu.ac.in::4fb1efaf-2c62-41e6-8bfb-06ab709e1c9f" providerId="AD" clId="Web-{6B7E5BAB-4AAB-47EC-02B9-552133CF2412}" dt="2024-08-25T19:10:00.010" v="39" actId="20577"/>
          <ac:spMkLst>
            <pc:docMk/>
            <pc:sldMk cId="2427330031" sldId="303"/>
            <ac:spMk id="2" creationId="{28730CEB-EDA3-FD1D-AECC-18C7809CA6E8}"/>
          </ac:spMkLst>
        </pc:spChg>
        <pc:spChg chg="mod">
          <ac:chgData name="Komal S" userId="S::komal.s@pdpu.ac.in::4fb1efaf-2c62-41e6-8bfb-06ab709e1c9f" providerId="AD" clId="Web-{6B7E5BAB-4AAB-47EC-02B9-552133CF2412}" dt="2024-08-25T19:12:34.996" v="55" actId="20577"/>
          <ac:spMkLst>
            <pc:docMk/>
            <pc:sldMk cId="2427330031" sldId="303"/>
            <ac:spMk id="3" creationId="{6606081C-295A-2942-DEB2-E2719EBCBC5D}"/>
          </ac:spMkLst>
        </pc:spChg>
      </pc:sldChg>
      <pc:sldChg chg="modSp new">
        <pc:chgData name="Komal S" userId="S::komal.s@pdpu.ac.in::4fb1efaf-2c62-41e6-8bfb-06ab709e1c9f" providerId="AD" clId="Web-{6B7E5BAB-4AAB-47EC-02B9-552133CF2412}" dt="2024-08-25T19:23:11.850" v="176" actId="20577"/>
        <pc:sldMkLst>
          <pc:docMk/>
          <pc:sldMk cId="3201553525" sldId="304"/>
        </pc:sldMkLst>
        <pc:spChg chg="mod">
          <ac:chgData name="Komal S" userId="S::komal.s@pdpu.ac.in::4fb1efaf-2c62-41e6-8bfb-06ab709e1c9f" providerId="AD" clId="Web-{6B7E5BAB-4AAB-47EC-02B9-552133CF2412}" dt="2024-08-25T19:20:11.972" v="145" actId="20577"/>
          <ac:spMkLst>
            <pc:docMk/>
            <pc:sldMk cId="3201553525" sldId="304"/>
            <ac:spMk id="2" creationId="{B4606973-9930-D84D-7658-D6F89370F263}"/>
          </ac:spMkLst>
        </pc:spChg>
        <pc:spChg chg="mod">
          <ac:chgData name="Komal S" userId="S::komal.s@pdpu.ac.in::4fb1efaf-2c62-41e6-8bfb-06ab709e1c9f" providerId="AD" clId="Web-{6B7E5BAB-4AAB-47EC-02B9-552133CF2412}" dt="2024-08-25T19:23:11.850" v="176" actId="20577"/>
          <ac:spMkLst>
            <pc:docMk/>
            <pc:sldMk cId="3201553525" sldId="304"/>
            <ac:spMk id="3" creationId="{214DD197-551E-31B5-FD63-31FCD6EBBC52}"/>
          </ac:spMkLst>
        </pc:spChg>
      </pc:sldChg>
      <pc:sldChg chg="modSp new">
        <pc:chgData name="Komal S" userId="S::komal.s@pdpu.ac.in::4fb1efaf-2c62-41e6-8bfb-06ab709e1c9f" providerId="AD" clId="Web-{6B7E5BAB-4AAB-47EC-02B9-552133CF2412}" dt="2024-08-25T19:14:04.951" v="66" actId="20577"/>
        <pc:sldMkLst>
          <pc:docMk/>
          <pc:sldMk cId="2724833473" sldId="305"/>
        </pc:sldMkLst>
        <pc:spChg chg="mod">
          <ac:chgData name="Komal S" userId="S::komal.s@pdpu.ac.in::4fb1efaf-2c62-41e6-8bfb-06ab709e1c9f" providerId="AD" clId="Web-{6B7E5BAB-4AAB-47EC-02B9-552133CF2412}" dt="2024-08-25T19:14:04.951" v="66" actId="20577"/>
          <ac:spMkLst>
            <pc:docMk/>
            <pc:sldMk cId="2724833473" sldId="305"/>
            <ac:spMk id="3" creationId="{E0E0D36D-6C92-B680-025D-DB25FA504AA7}"/>
          </ac:spMkLst>
        </pc:spChg>
      </pc:sldChg>
      <pc:sldChg chg="modSp new">
        <pc:chgData name="Komal S" userId="S::komal.s@pdpu.ac.in::4fb1efaf-2c62-41e6-8bfb-06ab709e1c9f" providerId="AD" clId="Web-{6B7E5BAB-4AAB-47EC-02B9-552133CF2412}" dt="2024-08-25T19:15:46.327" v="104" actId="20577"/>
        <pc:sldMkLst>
          <pc:docMk/>
          <pc:sldMk cId="1469985054" sldId="306"/>
        </pc:sldMkLst>
        <pc:spChg chg="mod">
          <ac:chgData name="Komal S" userId="S::komal.s@pdpu.ac.in::4fb1efaf-2c62-41e6-8bfb-06ab709e1c9f" providerId="AD" clId="Web-{6B7E5BAB-4AAB-47EC-02B9-552133CF2412}" dt="2024-08-25T19:14:09.795" v="69" actId="20577"/>
          <ac:spMkLst>
            <pc:docMk/>
            <pc:sldMk cId="1469985054" sldId="306"/>
            <ac:spMk id="2" creationId="{5BC30F30-9F26-9AAC-5A52-92A9C865DDE9}"/>
          </ac:spMkLst>
        </pc:spChg>
        <pc:spChg chg="mod">
          <ac:chgData name="Komal S" userId="S::komal.s@pdpu.ac.in::4fb1efaf-2c62-41e6-8bfb-06ab709e1c9f" providerId="AD" clId="Web-{6B7E5BAB-4AAB-47EC-02B9-552133CF2412}" dt="2024-08-25T19:15:46.327" v="104" actId="20577"/>
          <ac:spMkLst>
            <pc:docMk/>
            <pc:sldMk cId="1469985054" sldId="306"/>
            <ac:spMk id="3" creationId="{B6738243-2B5A-BEFD-C141-55613312E370}"/>
          </ac:spMkLst>
        </pc:spChg>
      </pc:sldChg>
      <pc:sldChg chg="modSp new">
        <pc:chgData name="Komal S" userId="S::komal.s@pdpu.ac.in::4fb1efaf-2c62-41e6-8bfb-06ab709e1c9f" providerId="AD" clId="Web-{6B7E5BAB-4AAB-47EC-02B9-552133CF2412}" dt="2024-08-25T19:16:53.484" v="123" actId="20577"/>
        <pc:sldMkLst>
          <pc:docMk/>
          <pc:sldMk cId="3572498193" sldId="307"/>
        </pc:sldMkLst>
        <pc:spChg chg="mod">
          <ac:chgData name="Komal S" userId="S::komal.s@pdpu.ac.in::4fb1efaf-2c62-41e6-8bfb-06ab709e1c9f" providerId="AD" clId="Web-{6B7E5BAB-4AAB-47EC-02B9-552133CF2412}" dt="2024-08-25T19:16:53.484" v="123" actId="20577"/>
          <ac:spMkLst>
            <pc:docMk/>
            <pc:sldMk cId="3572498193" sldId="307"/>
            <ac:spMk id="3" creationId="{22257755-2567-5C56-416D-79AD52A01A3B}"/>
          </ac:spMkLst>
        </pc:spChg>
      </pc:sldChg>
      <pc:sldChg chg="modSp new del">
        <pc:chgData name="Komal S" userId="S::komal.s@pdpu.ac.in::4fb1efaf-2c62-41e6-8bfb-06ab709e1c9f" providerId="AD" clId="Web-{6B7E5BAB-4AAB-47EC-02B9-552133CF2412}" dt="2024-08-25T19:19:57.565" v="141"/>
        <pc:sldMkLst>
          <pc:docMk/>
          <pc:sldMk cId="675688922" sldId="308"/>
        </pc:sldMkLst>
        <pc:spChg chg="mod">
          <ac:chgData name="Komal S" userId="S::komal.s@pdpu.ac.in::4fb1efaf-2c62-41e6-8bfb-06ab709e1c9f" providerId="AD" clId="Web-{6B7E5BAB-4AAB-47EC-02B9-552133CF2412}" dt="2024-08-25T19:17:40.673" v="126" actId="20577"/>
          <ac:spMkLst>
            <pc:docMk/>
            <pc:sldMk cId="675688922" sldId="308"/>
            <ac:spMk id="2" creationId="{383D03CB-CCD8-D336-9CBA-94AB5A0DD1C9}"/>
          </ac:spMkLst>
        </pc:spChg>
        <pc:spChg chg="mod">
          <ac:chgData name="Komal S" userId="S::komal.s@pdpu.ac.in::4fb1efaf-2c62-41e6-8bfb-06ab709e1c9f" providerId="AD" clId="Web-{6B7E5BAB-4AAB-47EC-02B9-552133CF2412}" dt="2024-08-25T19:19:13.377" v="140" actId="20577"/>
          <ac:spMkLst>
            <pc:docMk/>
            <pc:sldMk cId="675688922" sldId="308"/>
            <ac:spMk id="3" creationId="{436403E4-3891-228B-1F67-BFA97B1FEF5E}"/>
          </ac:spMkLst>
        </pc:spChg>
      </pc:sldChg>
      <pc:sldChg chg="modSp new">
        <pc:chgData name="Komal S" userId="S::komal.s@pdpu.ac.in::4fb1efaf-2c62-41e6-8bfb-06ab709e1c9f" providerId="AD" clId="Web-{6B7E5BAB-4AAB-47EC-02B9-552133CF2412}" dt="2024-08-25T18:58:42.136" v="13" actId="20577"/>
        <pc:sldMkLst>
          <pc:docMk/>
          <pc:sldMk cId="2933352142" sldId="309"/>
        </pc:sldMkLst>
        <pc:spChg chg="mod">
          <ac:chgData name="Komal S" userId="S::komal.s@pdpu.ac.in::4fb1efaf-2c62-41e6-8bfb-06ab709e1c9f" providerId="AD" clId="Web-{6B7E5BAB-4AAB-47EC-02B9-552133CF2412}" dt="2024-08-25T18:58:32.261" v="10" actId="20577"/>
          <ac:spMkLst>
            <pc:docMk/>
            <pc:sldMk cId="2933352142" sldId="309"/>
            <ac:spMk id="2" creationId="{BAF078B3-7B25-023D-B9DC-73DD7A3C5685}"/>
          </ac:spMkLst>
        </pc:spChg>
        <pc:spChg chg="mod">
          <ac:chgData name="Komal S" userId="S::komal.s@pdpu.ac.in::4fb1efaf-2c62-41e6-8bfb-06ab709e1c9f" providerId="AD" clId="Web-{6B7E5BAB-4AAB-47EC-02B9-552133CF2412}" dt="2024-08-25T18:58:42.136" v="13" actId="20577"/>
          <ac:spMkLst>
            <pc:docMk/>
            <pc:sldMk cId="2933352142" sldId="309"/>
            <ac:spMk id="3" creationId="{4C1846E4-8755-CECD-DC2F-4F053353CA2B}"/>
          </ac:spMkLst>
        </pc:spChg>
      </pc:sldChg>
      <pc:sldChg chg="modSp new del">
        <pc:chgData name="Komal S" userId="S::komal.s@pdpu.ac.in::4fb1efaf-2c62-41e6-8bfb-06ab709e1c9f" providerId="AD" clId="Web-{6B7E5BAB-4AAB-47EC-02B9-552133CF2412}" dt="2024-08-25T19:00:28.841" v="22"/>
        <pc:sldMkLst>
          <pc:docMk/>
          <pc:sldMk cId="1056568745" sldId="310"/>
        </pc:sldMkLst>
        <pc:spChg chg="mod">
          <ac:chgData name="Komal S" userId="S::komal.s@pdpu.ac.in::4fb1efaf-2c62-41e6-8bfb-06ab709e1c9f" providerId="AD" clId="Web-{6B7E5BAB-4AAB-47EC-02B9-552133CF2412}" dt="2024-08-25T18:59:00.167" v="16" actId="20577"/>
          <ac:spMkLst>
            <pc:docMk/>
            <pc:sldMk cId="1056568745" sldId="310"/>
            <ac:spMk id="2" creationId="{F5D29D8D-F45F-C790-72F8-7E6FAE6DF5E2}"/>
          </ac:spMkLst>
        </pc:spChg>
        <pc:spChg chg="mod">
          <ac:chgData name="Komal S" userId="S::komal.s@pdpu.ac.in::4fb1efaf-2c62-41e6-8bfb-06ab709e1c9f" providerId="AD" clId="Web-{6B7E5BAB-4AAB-47EC-02B9-552133CF2412}" dt="2024-08-25T19:00:24.826" v="21" actId="20577"/>
          <ac:spMkLst>
            <pc:docMk/>
            <pc:sldMk cId="1056568745" sldId="310"/>
            <ac:spMk id="3" creationId="{F2492032-8360-032E-728A-785674DF631E}"/>
          </ac:spMkLst>
        </pc:spChg>
      </pc:sldChg>
      <pc:sldChg chg="modSp new">
        <pc:chgData name="Komal S" userId="S::komal.s@pdpu.ac.in::4fb1efaf-2c62-41e6-8bfb-06ab709e1c9f" providerId="AD" clId="Web-{6B7E5BAB-4AAB-47EC-02B9-552133CF2412}" dt="2024-08-25T21:05:30.251" v="647" actId="20577"/>
        <pc:sldMkLst>
          <pc:docMk/>
          <pc:sldMk cId="1075410344" sldId="310"/>
        </pc:sldMkLst>
        <pc:spChg chg="mod">
          <ac:chgData name="Komal S" userId="S::komal.s@pdpu.ac.in::4fb1efaf-2c62-41e6-8bfb-06ab709e1c9f" providerId="AD" clId="Web-{6B7E5BAB-4AAB-47EC-02B9-552133CF2412}" dt="2024-08-25T21:05:30.251" v="647" actId="20577"/>
          <ac:spMkLst>
            <pc:docMk/>
            <pc:sldMk cId="1075410344" sldId="310"/>
            <ac:spMk id="2" creationId="{E489EE04-DA6E-4451-AF55-F43D46C30F6C}"/>
          </ac:spMkLst>
        </pc:spChg>
        <pc:spChg chg="mod">
          <ac:chgData name="Komal S" userId="S::komal.s@pdpu.ac.in::4fb1efaf-2c62-41e6-8bfb-06ab709e1c9f" providerId="AD" clId="Web-{6B7E5BAB-4AAB-47EC-02B9-552133CF2412}" dt="2024-08-25T19:31:39.589" v="185" actId="20577"/>
          <ac:spMkLst>
            <pc:docMk/>
            <pc:sldMk cId="1075410344" sldId="310"/>
            <ac:spMk id="3" creationId="{17C25F27-342E-DD64-522F-09607BE118B4}"/>
          </ac:spMkLst>
        </pc:spChg>
      </pc:sldChg>
      <pc:sldChg chg="modSp new ord">
        <pc:chgData name="Komal S" userId="S::komal.s@pdpu.ac.in::4fb1efaf-2c62-41e6-8bfb-06ab709e1c9f" providerId="AD" clId="Web-{6B7E5BAB-4AAB-47EC-02B9-552133CF2412}" dt="2024-08-25T19:49:01.650" v="203"/>
        <pc:sldMkLst>
          <pc:docMk/>
          <pc:sldMk cId="2336150244" sldId="311"/>
        </pc:sldMkLst>
        <pc:spChg chg="mod">
          <ac:chgData name="Komal S" userId="S::komal.s@pdpu.ac.in::4fb1efaf-2c62-41e6-8bfb-06ab709e1c9f" providerId="AD" clId="Web-{6B7E5BAB-4AAB-47EC-02B9-552133CF2412}" dt="2024-08-25T19:32:17.762" v="188" actId="20577"/>
          <ac:spMkLst>
            <pc:docMk/>
            <pc:sldMk cId="2336150244" sldId="311"/>
            <ac:spMk id="2" creationId="{E98BA8C3-FAAB-AD6F-D9A4-A54826439E73}"/>
          </ac:spMkLst>
        </pc:spChg>
        <pc:spChg chg="mod">
          <ac:chgData name="Komal S" userId="S::komal.s@pdpu.ac.in::4fb1efaf-2c62-41e6-8bfb-06ab709e1c9f" providerId="AD" clId="Web-{6B7E5BAB-4AAB-47EC-02B9-552133CF2412}" dt="2024-08-25T19:32:41.387" v="193" actId="20577"/>
          <ac:spMkLst>
            <pc:docMk/>
            <pc:sldMk cId="2336150244" sldId="311"/>
            <ac:spMk id="3" creationId="{A0A2BBFD-15A8-864C-8B3F-17DF5F6ED990}"/>
          </ac:spMkLst>
        </pc:spChg>
      </pc:sldChg>
      <pc:sldChg chg="new del">
        <pc:chgData name="Komal S" userId="S::komal.s@pdpu.ac.in::4fb1efaf-2c62-41e6-8bfb-06ab709e1c9f" providerId="AD" clId="Web-{6B7E5BAB-4AAB-47EC-02B9-552133CF2412}" dt="2024-08-25T19:49:09.311" v="204"/>
        <pc:sldMkLst>
          <pc:docMk/>
          <pc:sldMk cId="1817462890" sldId="312"/>
        </pc:sldMkLst>
      </pc:sldChg>
      <pc:sldChg chg="modSp new">
        <pc:chgData name="Komal S" userId="S::komal.s@pdpu.ac.in::4fb1efaf-2c62-41e6-8bfb-06ab709e1c9f" providerId="AD" clId="Web-{6B7E5BAB-4AAB-47EC-02B9-552133CF2412}" dt="2024-08-25T19:49:00.244" v="202" actId="20577"/>
        <pc:sldMkLst>
          <pc:docMk/>
          <pc:sldMk cId="4262038529" sldId="313"/>
        </pc:sldMkLst>
        <pc:spChg chg="mod">
          <ac:chgData name="Komal S" userId="S::komal.s@pdpu.ac.in::4fb1efaf-2c62-41e6-8bfb-06ab709e1c9f" providerId="AD" clId="Web-{6B7E5BAB-4AAB-47EC-02B9-552133CF2412}" dt="2024-08-25T19:48:08.352" v="197" actId="20577"/>
          <ac:spMkLst>
            <pc:docMk/>
            <pc:sldMk cId="4262038529" sldId="313"/>
            <ac:spMk id="2" creationId="{2DA447E0-A1AD-D509-A946-AC040CBE43DE}"/>
          </ac:spMkLst>
        </pc:spChg>
        <pc:spChg chg="mod">
          <ac:chgData name="Komal S" userId="S::komal.s@pdpu.ac.in::4fb1efaf-2c62-41e6-8bfb-06ab709e1c9f" providerId="AD" clId="Web-{6B7E5BAB-4AAB-47EC-02B9-552133CF2412}" dt="2024-08-25T19:49:00.244" v="202" actId="20577"/>
          <ac:spMkLst>
            <pc:docMk/>
            <pc:sldMk cId="4262038529" sldId="313"/>
            <ac:spMk id="3" creationId="{E68493B9-F6DB-6011-D752-894FF2956F8E}"/>
          </ac:spMkLst>
        </pc:spChg>
      </pc:sldChg>
      <pc:sldChg chg="modSp new">
        <pc:chgData name="Komal S" userId="S::komal.s@pdpu.ac.in::4fb1efaf-2c62-41e6-8bfb-06ab709e1c9f" providerId="AD" clId="Web-{6B7E5BAB-4AAB-47EC-02B9-552133CF2412}" dt="2024-08-25T20:56:43.862" v="578" actId="20577"/>
        <pc:sldMkLst>
          <pc:docMk/>
          <pc:sldMk cId="3215336629" sldId="314"/>
        </pc:sldMkLst>
        <pc:spChg chg="mod">
          <ac:chgData name="Komal S" userId="S::komal.s@pdpu.ac.in::4fb1efaf-2c62-41e6-8bfb-06ab709e1c9f" providerId="AD" clId="Web-{6B7E5BAB-4AAB-47EC-02B9-552133CF2412}" dt="2024-08-25T19:50:58.593" v="210" actId="20577"/>
          <ac:spMkLst>
            <pc:docMk/>
            <pc:sldMk cId="3215336629" sldId="314"/>
            <ac:spMk id="2" creationId="{E67AF4B9-B531-5EA3-CDB6-467454CC9EB7}"/>
          </ac:spMkLst>
        </pc:spChg>
        <pc:spChg chg="mod">
          <ac:chgData name="Komal S" userId="S::komal.s@pdpu.ac.in::4fb1efaf-2c62-41e6-8bfb-06ab709e1c9f" providerId="AD" clId="Web-{6B7E5BAB-4AAB-47EC-02B9-552133CF2412}" dt="2024-08-25T20:56:43.862" v="578" actId="20577"/>
          <ac:spMkLst>
            <pc:docMk/>
            <pc:sldMk cId="3215336629" sldId="314"/>
            <ac:spMk id="3" creationId="{D3235DEF-B5BE-806D-C11C-5F10ECACC286}"/>
          </ac:spMkLst>
        </pc:spChg>
      </pc:sldChg>
      <pc:sldChg chg="modSp new">
        <pc:chgData name="Komal S" userId="S::komal.s@pdpu.ac.in::4fb1efaf-2c62-41e6-8bfb-06ab709e1c9f" providerId="AD" clId="Web-{6B7E5BAB-4AAB-47EC-02B9-552133CF2412}" dt="2024-08-25T19:58:15.443" v="285" actId="20577"/>
        <pc:sldMkLst>
          <pc:docMk/>
          <pc:sldMk cId="502331771" sldId="315"/>
        </pc:sldMkLst>
        <pc:spChg chg="mod">
          <ac:chgData name="Komal S" userId="S::komal.s@pdpu.ac.in::4fb1efaf-2c62-41e6-8bfb-06ab709e1c9f" providerId="AD" clId="Web-{6B7E5BAB-4AAB-47EC-02B9-552133CF2412}" dt="2024-08-25T19:58:15.443" v="285" actId="20577"/>
          <ac:spMkLst>
            <pc:docMk/>
            <pc:sldMk cId="502331771" sldId="315"/>
            <ac:spMk id="3" creationId="{434DACBB-B3A3-D379-D7DF-73F893DEDE3B}"/>
          </ac:spMkLst>
        </pc:spChg>
      </pc:sldChg>
      <pc:sldChg chg="addSp delSp modSp new mod setBg">
        <pc:chgData name="Komal S" userId="S::komal.s@pdpu.ac.in::4fb1efaf-2c62-41e6-8bfb-06ab709e1c9f" providerId="AD" clId="Web-{6B7E5BAB-4AAB-47EC-02B9-552133CF2412}" dt="2024-08-25T20:57:52.535" v="581"/>
        <pc:sldMkLst>
          <pc:docMk/>
          <pc:sldMk cId="399717501" sldId="316"/>
        </pc:sldMkLst>
        <pc:spChg chg="del mod">
          <ac:chgData name="Komal S" userId="S::komal.s@pdpu.ac.in::4fb1efaf-2c62-41e6-8bfb-06ab709e1c9f" providerId="AD" clId="Web-{6B7E5BAB-4AAB-47EC-02B9-552133CF2412}" dt="2024-08-25T20:56:08.768" v="569"/>
          <ac:spMkLst>
            <pc:docMk/>
            <pc:sldMk cId="399717501" sldId="316"/>
            <ac:spMk id="2" creationId="{8852CCDB-83CD-BB8D-CBDD-9E20272A4D23}"/>
          </ac:spMkLst>
        </pc:spChg>
        <pc:spChg chg="del">
          <ac:chgData name="Komal S" userId="S::komal.s@pdpu.ac.in::4fb1efaf-2c62-41e6-8bfb-06ab709e1c9f" providerId="AD" clId="Web-{6B7E5BAB-4AAB-47EC-02B9-552133CF2412}" dt="2024-08-25T20:56:05.737" v="568"/>
          <ac:spMkLst>
            <pc:docMk/>
            <pc:sldMk cId="399717501" sldId="316"/>
            <ac:spMk id="3" creationId="{19291BEB-870E-0E73-F038-FE64EECDC82D}"/>
          </ac:spMkLst>
        </pc:spChg>
        <pc:spChg chg="add del mod">
          <ac:chgData name="Komal S" userId="S::komal.s@pdpu.ac.in::4fb1efaf-2c62-41e6-8bfb-06ab709e1c9f" providerId="AD" clId="Web-{6B7E5BAB-4AAB-47EC-02B9-552133CF2412}" dt="2024-08-25T20:57:52.535" v="581"/>
          <ac:spMkLst>
            <pc:docMk/>
            <pc:sldMk cId="399717501" sldId="316"/>
            <ac:spMk id="6" creationId="{8E30E4CC-002D-1A28-8D0A-B2F2B5CAA13E}"/>
          </ac:spMkLst>
        </pc:spChg>
        <pc:picChg chg="add mod ord">
          <ac:chgData name="Komal S" userId="S::komal.s@pdpu.ac.in::4fb1efaf-2c62-41e6-8bfb-06ab709e1c9f" providerId="AD" clId="Web-{6B7E5BAB-4AAB-47EC-02B9-552133CF2412}" dt="2024-08-25T20:57:52.535" v="581"/>
          <ac:picMkLst>
            <pc:docMk/>
            <pc:sldMk cId="399717501" sldId="316"/>
            <ac:picMk id="4" creationId="{8264A29C-4697-048C-EDD7-E5A11897521D}"/>
          </ac:picMkLst>
        </pc:picChg>
      </pc:sldChg>
      <pc:sldChg chg="modSp new">
        <pc:chgData name="Komal S" userId="S::komal.s@pdpu.ac.in::4fb1efaf-2c62-41e6-8bfb-06ab709e1c9f" providerId="AD" clId="Web-{6B7E5BAB-4AAB-47EC-02B9-552133CF2412}" dt="2024-08-25T19:52:46.923" v="241" actId="20577"/>
        <pc:sldMkLst>
          <pc:docMk/>
          <pc:sldMk cId="2122983395" sldId="317"/>
        </pc:sldMkLst>
        <pc:spChg chg="mod">
          <ac:chgData name="Komal S" userId="S::komal.s@pdpu.ac.in::4fb1efaf-2c62-41e6-8bfb-06ab709e1c9f" providerId="AD" clId="Web-{6B7E5BAB-4AAB-47EC-02B9-552133CF2412}" dt="2024-08-25T19:52:12.610" v="230" actId="20577"/>
          <ac:spMkLst>
            <pc:docMk/>
            <pc:sldMk cId="2122983395" sldId="317"/>
            <ac:spMk id="2" creationId="{A2EE383F-BDCC-9FC7-4FBE-A1B57441870B}"/>
          </ac:spMkLst>
        </pc:spChg>
        <pc:spChg chg="mod">
          <ac:chgData name="Komal S" userId="S::komal.s@pdpu.ac.in::4fb1efaf-2c62-41e6-8bfb-06ab709e1c9f" providerId="AD" clId="Web-{6B7E5BAB-4AAB-47EC-02B9-552133CF2412}" dt="2024-08-25T19:52:46.923" v="241" actId="20577"/>
          <ac:spMkLst>
            <pc:docMk/>
            <pc:sldMk cId="2122983395" sldId="317"/>
            <ac:spMk id="3" creationId="{8162BABA-6DF4-8274-7F68-9BDDA43D0C18}"/>
          </ac:spMkLst>
        </pc:spChg>
      </pc:sldChg>
      <pc:sldChg chg="modSp new">
        <pc:chgData name="Komal S" userId="S::komal.s@pdpu.ac.in::4fb1efaf-2c62-41e6-8bfb-06ab709e1c9f" providerId="AD" clId="Web-{6B7E5BAB-4AAB-47EC-02B9-552133CF2412}" dt="2024-08-25T19:57:00.520" v="272" actId="20577"/>
        <pc:sldMkLst>
          <pc:docMk/>
          <pc:sldMk cId="512307134" sldId="318"/>
        </pc:sldMkLst>
        <pc:spChg chg="mod">
          <ac:chgData name="Komal S" userId="S::komal.s@pdpu.ac.in::4fb1efaf-2c62-41e6-8bfb-06ab709e1c9f" providerId="AD" clId="Web-{6B7E5BAB-4AAB-47EC-02B9-552133CF2412}" dt="2024-08-25T19:54:29.174" v="246" actId="20577"/>
          <ac:spMkLst>
            <pc:docMk/>
            <pc:sldMk cId="512307134" sldId="318"/>
            <ac:spMk id="2" creationId="{3E353F53-A090-CD7A-47E3-F8EEB40C7B33}"/>
          </ac:spMkLst>
        </pc:spChg>
        <pc:spChg chg="mod">
          <ac:chgData name="Komal S" userId="S::komal.s@pdpu.ac.in::4fb1efaf-2c62-41e6-8bfb-06ab709e1c9f" providerId="AD" clId="Web-{6B7E5BAB-4AAB-47EC-02B9-552133CF2412}" dt="2024-08-25T19:57:00.520" v="272" actId="20577"/>
          <ac:spMkLst>
            <pc:docMk/>
            <pc:sldMk cId="512307134" sldId="318"/>
            <ac:spMk id="3" creationId="{8B315E4A-8492-26EB-0E01-BBA056A963C1}"/>
          </ac:spMkLst>
        </pc:spChg>
      </pc:sldChg>
      <pc:sldChg chg="modSp new">
        <pc:chgData name="Komal S" userId="S::komal.s@pdpu.ac.in::4fb1efaf-2c62-41e6-8bfb-06ab709e1c9f" providerId="AD" clId="Web-{6B7E5BAB-4AAB-47EC-02B9-552133CF2412}" dt="2024-08-25T20:00:10.898" v="317" actId="20577"/>
        <pc:sldMkLst>
          <pc:docMk/>
          <pc:sldMk cId="1250275416" sldId="319"/>
        </pc:sldMkLst>
        <pc:spChg chg="mod">
          <ac:chgData name="Komal S" userId="S::komal.s@pdpu.ac.in::4fb1efaf-2c62-41e6-8bfb-06ab709e1c9f" providerId="AD" clId="Web-{6B7E5BAB-4AAB-47EC-02B9-552133CF2412}" dt="2024-08-25T19:58:35.990" v="293" actId="20577"/>
          <ac:spMkLst>
            <pc:docMk/>
            <pc:sldMk cId="1250275416" sldId="319"/>
            <ac:spMk id="2" creationId="{1AD0F3A2-1D4A-F462-9CA4-3F5AF92FEDEF}"/>
          </ac:spMkLst>
        </pc:spChg>
        <pc:spChg chg="mod">
          <ac:chgData name="Komal S" userId="S::komal.s@pdpu.ac.in::4fb1efaf-2c62-41e6-8bfb-06ab709e1c9f" providerId="AD" clId="Web-{6B7E5BAB-4AAB-47EC-02B9-552133CF2412}" dt="2024-08-25T20:00:10.898" v="317" actId="20577"/>
          <ac:spMkLst>
            <pc:docMk/>
            <pc:sldMk cId="1250275416" sldId="319"/>
            <ac:spMk id="3" creationId="{14C534FD-E0D5-2DC7-33CB-EE412771A600}"/>
          </ac:spMkLst>
        </pc:spChg>
      </pc:sldChg>
      <pc:sldChg chg="modSp new">
        <pc:chgData name="Komal S" userId="S::komal.s@pdpu.ac.in::4fb1efaf-2c62-41e6-8bfb-06ab709e1c9f" providerId="AD" clId="Web-{6B7E5BAB-4AAB-47EC-02B9-552133CF2412}" dt="2024-08-25T20:03:07.447" v="341" actId="20577"/>
        <pc:sldMkLst>
          <pc:docMk/>
          <pc:sldMk cId="2823212790" sldId="320"/>
        </pc:sldMkLst>
        <pc:spChg chg="mod">
          <ac:chgData name="Komal S" userId="S::komal.s@pdpu.ac.in::4fb1efaf-2c62-41e6-8bfb-06ab709e1c9f" providerId="AD" clId="Web-{6B7E5BAB-4AAB-47EC-02B9-552133CF2412}" dt="2024-08-25T20:00:33.273" v="321" actId="20577"/>
          <ac:spMkLst>
            <pc:docMk/>
            <pc:sldMk cId="2823212790" sldId="320"/>
            <ac:spMk id="2" creationId="{71FC1D97-475A-D6EC-A03A-66C442EF2B68}"/>
          </ac:spMkLst>
        </pc:spChg>
        <pc:spChg chg="mod">
          <ac:chgData name="Komal S" userId="S::komal.s@pdpu.ac.in::4fb1efaf-2c62-41e6-8bfb-06ab709e1c9f" providerId="AD" clId="Web-{6B7E5BAB-4AAB-47EC-02B9-552133CF2412}" dt="2024-08-25T20:03:07.447" v="341" actId="20577"/>
          <ac:spMkLst>
            <pc:docMk/>
            <pc:sldMk cId="2823212790" sldId="320"/>
            <ac:spMk id="3" creationId="{5FA5F892-996C-032D-749B-E9063F2CE2DD}"/>
          </ac:spMkLst>
        </pc:spChg>
      </pc:sldChg>
      <pc:sldChg chg="modSp new">
        <pc:chgData name="Komal S" userId="S::komal.s@pdpu.ac.in::4fb1efaf-2c62-41e6-8bfb-06ab709e1c9f" providerId="AD" clId="Web-{6B7E5BAB-4AAB-47EC-02B9-552133CF2412}" dt="2024-08-25T20:02:32.775" v="330" actId="20577"/>
        <pc:sldMkLst>
          <pc:docMk/>
          <pc:sldMk cId="3745171377" sldId="321"/>
        </pc:sldMkLst>
        <pc:spChg chg="mod">
          <ac:chgData name="Komal S" userId="S::komal.s@pdpu.ac.in::4fb1efaf-2c62-41e6-8bfb-06ab709e1c9f" providerId="AD" clId="Web-{6B7E5BAB-4AAB-47EC-02B9-552133CF2412}" dt="2024-08-25T20:01:02.477" v="322" actId="20577"/>
          <ac:spMkLst>
            <pc:docMk/>
            <pc:sldMk cId="3745171377" sldId="321"/>
            <ac:spMk id="2" creationId="{45B1EE82-A7F1-1F50-56B1-30953684AC20}"/>
          </ac:spMkLst>
        </pc:spChg>
        <pc:spChg chg="mod">
          <ac:chgData name="Komal S" userId="S::komal.s@pdpu.ac.in::4fb1efaf-2c62-41e6-8bfb-06ab709e1c9f" providerId="AD" clId="Web-{6B7E5BAB-4AAB-47EC-02B9-552133CF2412}" dt="2024-08-25T20:02:32.775" v="330" actId="20577"/>
          <ac:spMkLst>
            <pc:docMk/>
            <pc:sldMk cId="3745171377" sldId="321"/>
            <ac:spMk id="3" creationId="{82C9950F-6885-8798-FC57-6F52BEFA9E08}"/>
          </ac:spMkLst>
        </pc:spChg>
      </pc:sldChg>
      <pc:sldChg chg="modSp new">
        <pc:chgData name="Komal S" userId="S::komal.s@pdpu.ac.in::4fb1efaf-2c62-41e6-8bfb-06ab709e1c9f" providerId="AD" clId="Web-{6B7E5BAB-4AAB-47EC-02B9-552133CF2412}" dt="2024-08-25T20:04:19.856" v="358" actId="20577"/>
        <pc:sldMkLst>
          <pc:docMk/>
          <pc:sldMk cId="386651126" sldId="322"/>
        </pc:sldMkLst>
        <pc:spChg chg="mod">
          <ac:chgData name="Komal S" userId="S::komal.s@pdpu.ac.in::4fb1efaf-2c62-41e6-8bfb-06ab709e1c9f" providerId="AD" clId="Web-{6B7E5BAB-4AAB-47EC-02B9-552133CF2412}" dt="2024-08-25T20:03:46.574" v="343" actId="20577"/>
          <ac:spMkLst>
            <pc:docMk/>
            <pc:sldMk cId="386651126" sldId="322"/>
            <ac:spMk id="2" creationId="{88AFFB36-CE16-46D1-C694-85388F712447}"/>
          </ac:spMkLst>
        </pc:spChg>
        <pc:spChg chg="mod">
          <ac:chgData name="Komal S" userId="S::komal.s@pdpu.ac.in::4fb1efaf-2c62-41e6-8bfb-06ab709e1c9f" providerId="AD" clId="Web-{6B7E5BAB-4AAB-47EC-02B9-552133CF2412}" dt="2024-08-25T20:04:19.856" v="358" actId="20577"/>
          <ac:spMkLst>
            <pc:docMk/>
            <pc:sldMk cId="386651126" sldId="322"/>
            <ac:spMk id="3" creationId="{4EF1D36B-D7D3-1F42-C68A-5C41AA540683}"/>
          </ac:spMkLst>
        </pc:spChg>
      </pc:sldChg>
      <pc:sldChg chg="modSp new">
        <pc:chgData name="Komal S" userId="S::komal.s@pdpu.ac.in::4fb1efaf-2c62-41e6-8bfb-06ab709e1c9f" providerId="AD" clId="Web-{6B7E5BAB-4AAB-47EC-02B9-552133CF2412}" dt="2024-08-25T20:05:51.373" v="364" actId="20577"/>
        <pc:sldMkLst>
          <pc:docMk/>
          <pc:sldMk cId="660490413" sldId="323"/>
        </pc:sldMkLst>
        <pc:spChg chg="mod">
          <ac:chgData name="Komal S" userId="S::komal.s@pdpu.ac.in::4fb1efaf-2c62-41e6-8bfb-06ab709e1c9f" providerId="AD" clId="Web-{6B7E5BAB-4AAB-47EC-02B9-552133CF2412}" dt="2024-08-25T20:05:45.232" v="360" actId="20577"/>
          <ac:spMkLst>
            <pc:docMk/>
            <pc:sldMk cId="660490413" sldId="323"/>
            <ac:spMk id="2" creationId="{F8649DF2-0ED0-E94C-7A99-B0D5622A62EF}"/>
          </ac:spMkLst>
        </pc:spChg>
        <pc:spChg chg="mod">
          <ac:chgData name="Komal S" userId="S::komal.s@pdpu.ac.in::4fb1efaf-2c62-41e6-8bfb-06ab709e1c9f" providerId="AD" clId="Web-{6B7E5BAB-4AAB-47EC-02B9-552133CF2412}" dt="2024-08-25T20:05:51.373" v="364" actId="20577"/>
          <ac:spMkLst>
            <pc:docMk/>
            <pc:sldMk cId="660490413" sldId="323"/>
            <ac:spMk id="3" creationId="{B31A776D-0FC6-A4A3-F55F-35D853BBFF99}"/>
          </ac:spMkLst>
        </pc:spChg>
      </pc:sldChg>
      <pc:sldChg chg="modSp new">
        <pc:chgData name="Komal S" userId="S::komal.s@pdpu.ac.in::4fb1efaf-2c62-41e6-8bfb-06ab709e1c9f" providerId="AD" clId="Web-{6B7E5BAB-4AAB-47EC-02B9-552133CF2412}" dt="2024-08-25T20:06:57.609" v="369" actId="20577"/>
        <pc:sldMkLst>
          <pc:docMk/>
          <pc:sldMk cId="2262357344" sldId="324"/>
        </pc:sldMkLst>
        <pc:spChg chg="mod">
          <ac:chgData name="Komal S" userId="S::komal.s@pdpu.ac.in::4fb1efaf-2c62-41e6-8bfb-06ab709e1c9f" providerId="AD" clId="Web-{6B7E5BAB-4AAB-47EC-02B9-552133CF2412}" dt="2024-08-25T20:06:57.609" v="369" actId="20577"/>
          <ac:spMkLst>
            <pc:docMk/>
            <pc:sldMk cId="2262357344" sldId="324"/>
            <ac:spMk id="3" creationId="{869B5474-142E-2F99-ED9C-3C9E1EDA21D4}"/>
          </ac:spMkLst>
        </pc:spChg>
      </pc:sldChg>
      <pc:sldChg chg="modSp new">
        <pc:chgData name="Komal S" userId="S::komal.s@pdpu.ac.in::4fb1efaf-2c62-41e6-8bfb-06ab709e1c9f" providerId="AD" clId="Web-{6B7E5BAB-4AAB-47EC-02B9-552133CF2412}" dt="2024-08-25T20:07:16.953" v="374" actId="20577"/>
        <pc:sldMkLst>
          <pc:docMk/>
          <pc:sldMk cId="1385830065" sldId="325"/>
        </pc:sldMkLst>
        <pc:spChg chg="mod">
          <ac:chgData name="Komal S" userId="S::komal.s@pdpu.ac.in::4fb1efaf-2c62-41e6-8bfb-06ab709e1c9f" providerId="AD" clId="Web-{6B7E5BAB-4AAB-47EC-02B9-552133CF2412}" dt="2024-08-25T20:07:00.187" v="370" actId="20577"/>
          <ac:spMkLst>
            <pc:docMk/>
            <pc:sldMk cId="1385830065" sldId="325"/>
            <ac:spMk id="2" creationId="{DA7A263F-9FBF-4D14-9822-652BAA1A0B6C}"/>
          </ac:spMkLst>
        </pc:spChg>
        <pc:spChg chg="mod">
          <ac:chgData name="Komal S" userId="S::komal.s@pdpu.ac.in::4fb1efaf-2c62-41e6-8bfb-06ab709e1c9f" providerId="AD" clId="Web-{6B7E5BAB-4AAB-47EC-02B9-552133CF2412}" dt="2024-08-25T20:07:16.953" v="374" actId="20577"/>
          <ac:spMkLst>
            <pc:docMk/>
            <pc:sldMk cId="1385830065" sldId="325"/>
            <ac:spMk id="3" creationId="{A79C245B-AACE-8857-35F2-C9A3412D1A50}"/>
          </ac:spMkLst>
        </pc:spChg>
      </pc:sldChg>
      <pc:sldChg chg="modSp new">
        <pc:chgData name="Komal S" userId="S::komal.s@pdpu.ac.in::4fb1efaf-2c62-41e6-8bfb-06ab709e1c9f" providerId="AD" clId="Web-{6B7E5BAB-4AAB-47EC-02B9-552133CF2412}" dt="2024-08-25T20:08:15.173" v="385" actId="20577"/>
        <pc:sldMkLst>
          <pc:docMk/>
          <pc:sldMk cId="2154628252" sldId="326"/>
        </pc:sldMkLst>
        <pc:spChg chg="mod">
          <ac:chgData name="Komal S" userId="S::komal.s@pdpu.ac.in::4fb1efaf-2c62-41e6-8bfb-06ab709e1c9f" providerId="AD" clId="Web-{6B7E5BAB-4AAB-47EC-02B9-552133CF2412}" dt="2024-08-25T20:08:06.220" v="380" actId="20577"/>
          <ac:spMkLst>
            <pc:docMk/>
            <pc:sldMk cId="2154628252" sldId="326"/>
            <ac:spMk id="2" creationId="{F5A7CCEF-B628-6ABF-7D67-DCBAFFE3447F}"/>
          </ac:spMkLst>
        </pc:spChg>
        <pc:spChg chg="mod">
          <ac:chgData name="Komal S" userId="S::komal.s@pdpu.ac.in::4fb1efaf-2c62-41e6-8bfb-06ab709e1c9f" providerId="AD" clId="Web-{6B7E5BAB-4AAB-47EC-02B9-552133CF2412}" dt="2024-08-25T20:08:15.173" v="385" actId="20577"/>
          <ac:spMkLst>
            <pc:docMk/>
            <pc:sldMk cId="2154628252" sldId="326"/>
            <ac:spMk id="3" creationId="{AC855644-9B17-BAB2-D711-99A9B1F46528}"/>
          </ac:spMkLst>
        </pc:spChg>
      </pc:sldChg>
      <pc:sldChg chg="modSp new">
        <pc:chgData name="Komal S" userId="S::komal.s@pdpu.ac.in::4fb1efaf-2c62-41e6-8bfb-06ab709e1c9f" providerId="AD" clId="Web-{6B7E5BAB-4AAB-47EC-02B9-552133CF2412}" dt="2024-08-25T21:04:16.716" v="643" actId="20577"/>
        <pc:sldMkLst>
          <pc:docMk/>
          <pc:sldMk cId="1500701021" sldId="327"/>
        </pc:sldMkLst>
        <pc:spChg chg="mod">
          <ac:chgData name="Komal S" userId="S::komal.s@pdpu.ac.in::4fb1efaf-2c62-41e6-8bfb-06ab709e1c9f" providerId="AD" clId="Web-{6B7E5BAB-4AAB-47EC-02B9-552133CF2412}" dt="2024-08-25T21:04:16.716" v="643" actId="20577"/>
          <ac:spMkLst>
            <pc:docMk/>
            <pc:sldMk cId="1500701021" sldId="327"/>
            <ac:spMk id="3" creationId="{815F73D4-1E55-A8E0-106A-1A7BECB1B9FB}"/>
          </ac:spMkLst>
        </pc:spChg>
      </pc:sldChg>
      <pc:sldChg chg="new del">
        <pc:chgData name="Komal S" userId="S::komal.s@pdpu.ac.in::4fb1efaf-2c62-41e6-8bfb-06ab709e1c9f" providerId="AD" clId="Web-{6B7E5BAB-4AAB-47EC-02B9-552133CF2412}" dt="2024-08-25T21:03:56.075" v="634"/>
        <pc:sldMkLst>
          <pc:docMk/>
          <pc:sldMk cId="1733468828" sldId="328"/>
        </pc:sldMkLst>
      </pc:sldChg>
      <pc:sldChg chg="new del">
        <pc:chgData name="Komal S" userId="S::komal.s@pdpu.ac.in::4fb1efaf-2c62-41e6-8bfb-06ab709e1c9f" providerId="AD" clId="Web-{6B7E5BAB-4AAB-47EC-02B9-552133CF2412}" dt="2024-08-25T21:03:57.591" v="635"/>
        <pc:sldMkLst>
          <pc:docMk/>
          <pc:sldMk cId="1619762207" sldId="32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7/18/2025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7/18/2025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7/18/2025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84075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7/18/2025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www.answers.com/topic/command-pattern" TargetMode="External"/><Relationship Id="rId3" Type="http://schemas.openxmlformats.org/officeDocument/2006/relationships/hyperlink" Target="http://www.answers.com/topic/factory-method-pattern" TargetMode="External"/><Relationship Id="rId7" Type="http://schemas.openxmlformats.org/officeDocument/2006/relationships/hyperlink" Target="http://www.answers.com/topic/chain-of-responsibility-pattern" TargetMode="External"/><Relationship Id="rId2" Type="http://schemas.openxmlformats.org/officeDocument/2006/relationships/hyperlink" Target="http://www.answers.com/topic/abstract-factory-pattern" TargetMode="External"/><Relationship Id="rId1" Type="http://schemas.openxmlformats.org/officeDocument/2006/relationships/slideLayout" Target="../slideLayouts/slideLayout2.xml"/><Relationship Id="rId6" Type="http://schemas.openxmlformats.org/officeDocument/2006/relationships/hyperlink" Target="http://www.answers.com/topic/composite-pattern" TargetMode="External"/><Relationship Id="rId5" Type="http://schemas.openxmlformats.org/officeDocument/2006/relationships/hyperlink" Target="http://www.answers.com/topic/aggregate-pattern" TargetMode="External"/><Relationship Id="rId4" Type="http://schemas.openxmlformats.org/officeDocument/2006/relationships/hyperlink" Target="http://www.answers.com/topic/adapter-patter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B77528-4A24-D680-8723-A0253CE768C5}"/>
              </a:ext>
            </a:extLst>
          </p:cNvPr>
          <p:cNvSpPr>
            <a:spLocks noGrp="1"/>
          </p:cNvSpPr>
          <p:nvPr>
            <p:ph type="title"/>
          </p:nvPr>
        </p:nvSpPr>
        <p:spPr>
          <a:xfrm>
            <a:off x="838200" y="365125"/>
            <a:ext cx="10515600" cy="2731321"/>
          </a:xfrm>
        </p:spPr>
        <p:txBody>
          <a:bodyPr>
            <a:normAutofit/>
          </a:bodyPr>
          <a:lstStyle/>
          <a:p>
            <a:r>
              <a:rPr lang="en-US" dirty="0"/>
              <a:t>UNIT – 2</a:t>
            </a:r>
            <a:br>
              <a:rPr lang="en-US" dirty="0"/>
            </a:br>
            <a:r>
              <a:rPr lang="en-US" dirty="0"/>
              <a:t>DESIGN </a:t>
            </a:r>
            <a:r>
              <a:rPr lang="en-US" dirty="0" smtClean="0"/>
              <a:t>PATTERNS</a:t>
            </a:r>
            <a:endParaRPr lang="en-US" dirty="0"/>
          </a:p>
        </p:txBody>
      </p:sp>
      <p:sp>
        <p:nvSpPr>
          <p:cNvPr id="3" name="Content Placeholder 2">
            <a:extLst>
              <a:ext uri="{FF2B5EF4-FFF2-40B4-BE49-F238E27FC236}">
                <a16:creationId xmlns="" xmlns:a16="http://schemas.microsoft.com/office/drawing/2014/main" id="{11DEFA06-63D2-0B4D-48B1-48423DBCCD40}"/>
              </a:ext>
            </a:extLst>
          </p:cNvPr>
          <p:cNvSpPr>
            <a:spLocks noGrp="1"/>
          </p:cNvSpPr>
          <p:nvPr>
            <p:ph idx="1"/>
          </p:nvPr>
        </p:nvSpPr>
        <p:spPr/>
        <p:txBody>
          <a:bodyPr vert="horz" lIns="91440" tIns="45720" rIns="91440" bIns="45720" rtlCol="0" anchor="t">
            <a:normAutofit/>
          </a:bodyPr>
          <a:lstStyle/>
          <a:p>
            <a:pPr marL="0" indent="0">
              <a:buNone/>
            </a:pPr>
            <a:r>
              <a:rPr lang="en-US" dirty="0"/>
              <a:t>              </a:t>
            </a:r>
          </a:p>
          <a:p>
            <a:pPr marL="0" indent="0" algn="r">
              <a:spcBef>
                <a:spcPts val="0"/>
              </a:spcBef>
              <a:buNone/>
            </a:pPr>
            <a:endParaRPr lang="en-US" sz="3000" b="1" dirty="0">
              <a:solidFill>
                <a:srgbClr val="373737"/>
              </a:solidFill>
              <a:latin typeface="Roboto Condensed"/>
              <a:ea typeface="Roboto Condensed"/>
              <a:cs typeface="Roboto Condensed"/>
            </a:endParaRPr>
          </a:p>
          <a:p>
            <a:pPr algn="r">
              <a:spcBef>
                <a:spcPts val="0"/>
              </a:spcBef>
              <a:buFont typeface="Calibri" panose="020B0604020202020204" pitchFamily="34" charset="0"/>
              <a:buChar char="-"/>
            </a:pPr>
            <a:endParaRPr lang="en-US" sz="3000" b="1" dirty="0">
              <a:solidFill>
                <a:srgbClr val="373737"/>
              </a:solidFill>
              <a:latin typeface="Roboto Condensed"/>
              <a:ea typeface="Roboto Condensed"/>
              <a:cs typeface="Roboto Condensed"/>
            </a:endParaRPr>
          </a:p>
          <a:p>
            <a:pPr marL="0" indent="0" algn="r">
              <a:spcBef>
                <a:spcPts val="0"/>
              </a:spcBef>
              <a:buNone/>
            </a:pPr>
            <a:endParaRPr lang="en-US" sz="3000" b="1" dirty="0">
              <a:solidFill>
                <a:srgbClr val="373737"/>
              </a:solidFill>
              <a:latin typeface="Roboto Condensed"/>
              <a:ea typeface="Roboto Condensed"/>
              <a:cs typeface="Roboto Condensed"/>
            </a:endParaRPr>
          </a:p>
          <a:p>
            <a:pPr algn="r">
              <a:spcBef>
                <a:spcPts val="0"/>
              </a:spcBef>
              <a:buFont typeface="Calibri" panose="020B0604020202020204" pitchFamily="34" charset="0"/>
              <a:buChar char="-"/>
            </a:pPr>
            <a:r>
              <a:rPr lang="en-US" sz="3000" b="1" dirty="0">
                <a:solidFill>
                  <a:srgbClr val="373737"/>
                </a:solidFill>
                <a:latin typeface="Roboto Condensed"/>
                <a:ea typeface="Roboto Condensed"/>
                <a:cs typeface="Roboto Condensed"/>
              </a:rPr>
              <a:t>Reference Book:</a:t>
            </a:r>
            <a:endParaRPr lang="en-US" sz="3000" dirty="0">
              <a:solidFill>
                <a:srgbClr val="212121"/>
              </a:solidFill>
              <a:latin typeface="Roboto Condensed"/>
              <a:ea typeface="Roboto Condensed"/>
              <a:cs typeface="Roboto Condensed"/>
            </a:endParaRPr>
          </a:p>
          <a:p>
            <a:pPr algn="r">
              <a:spcBef>
                <a:spcPts val="0"/>
              </a:spcBef>
              <a:buFont typeface="Calibri" panose="020B0604020202020204" pitchFamily="34" charset="0"/>
              <a:buChar char="-"/>
            </a:pPr>
            <a:r>
              <a:rPr lang="en-US" sz="3000" b="1" dirty="0">
                <a:solidFill>
                  <a:srgbClr val="0570A6"/>
                </a:solidFill>
                <a:latin typeface="Roboto Condensed"/>
                <a:ea typeface="Roboto Condensed"/>
                <a:cs typeface="Roboto Condensed"/>
              </a:rPr>
              <a:t>Software Engineering -A Practitioner’s Approach (Seventh Edition) - Roger S. Pressman.</a:t>
            </a:r>
          </a:p>
          <a:p>
            <a:pPr marL="0" indent="0">
              <a:buNone/>
            </a:pPr>
            <a:r>
              <a:rPr lang="en-US" dirty="0">
                <a:solidFill>
                  <a:srgbClr val="000000"/>
                </a:solidFill>
                <a:latin typeface="Aptos"/>
                <a:ea typeface="Roboto Condensed"/>
                <a:cs typeface="Roboto Condensed"/>
              </a:rPr>
              <a:t>                                                                                                     (Chapter </a:t>
            </a:r>
            <a:r>
              <a:rPr lang="en-US" dirty="0" smtClean="0">
                <a:solidFill>
                  <a:srgbClr val="000000"/>
                </a:solidFill>
                <a:latin typeface="Aptos"/>
                <a:ea typeface="Roboto Condensed"/>
                <a:cs typeface="Roboto Condensed"/>
              </a:rPr>
              <a:t>12 </a:t>
            </a:r>
            <a:r>
              <a:rPr lang="en-US" dirty="0">
                <a:solidFill>
                  <a:srgbClr val="000000"/>
                </a:solidFill>
                <a:latin typeface="Aptos"/>
                <a:ea typeface="Roboto Condensed"/>
                <a:cs typeface="Roboto Condensed"/>
              </a:rPr>
              <a:t>) </a:t>
            </a:r>
            <a:endParaRPr lang="en-US" dirty="0">
              <a:solidFill>
                <a:srgbClr val="0570A6"/>
              </a:solidFill>
              <a:latin typeface="Aptos"/>
              <a:ea typeface="Roboto Condensed"/>
              <a:cs typeface="Roboto Condensed"/>
            </a:endParaRPr>
          </a:p>
          <a:p>
            <a:pPr algn="r">
              <a:spcBef>
                <a:spcPts val="0"/>
              </a:spcBef>
              <a:buFont typeface="Calibri" panose="020B0604020202020204" pitchFamily="34" charset="0"/>
              <a:buChar char="-"/>
            </a:pPr>
            <a:endParaRPr lang="en-US" sz="3000" b="1" dirty="0">
              <a:solidFill>
                <a:srgbClr val="0570A6"/>
              </a:solidFill>
              <a:latin typeface="Roboto Condensed"/>
              <a:ea typeface="Roboto Condensed"/>
              <a:cs typeface="Roboto Condensed"/>
            </a:endParaRPr>
          </a:p>
        </p:txBody>
      </p:sp>
    </p:spTree>
    <p:extLst>
      <p:ext uri="{BB962C8B-B14F-4D97-AF65-F5344CB8AC3E}">
        <p14:creationId xmlns:p14="http://schemas.microsoft.com/office/powerpoint/2010/main" val="3425926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730CEB-EDA3-FD1D-AECC-18C7809CA6E8}"/>
              </a:ext>
            </a:extLst>
          </p:cNvPr>
          <p:cNvSpPr>
            <a:spLocks noGrp="1"/>
          </p:cNvSpPr>
          <p:nvPr>
            <p:ph type="title"/>
          </p:nvPr>
        </p:nvSpPr>
        <p:spPr/>
        <p:txBody>
          <a:bodyPr/>
          <a:lstStyle/>
          <a:p>
            <a:r>
              <a:rPr lang="en-US" dirty="0"/>
              <a:t>Design Pattern</a:t>
            </a:r>
          </a:p>
        </p:txBody>
      </p:sp>
      <p:sp>
        <p:nvSpPr>
          <p:cNvPr id="3" name="Content Placeholder 2">
            <a:extLst>
              <a:ext uri="{FF2B5EF4-FFF2-40B4-BE49-F238E27FC236}">
                <a16:creationId xmlns="" xmlns:a16="http://schemas.microsoft.com/office/drawing/2014/main" id="{6606081C-295A-2942-DEB2-E2719EBCBC5D}"/>
              </a:ext>
            </a:extLst>
          </p:cNvPr>
          <p:cNvSpPr>
            <a:spLocks noGrp="1"/>
          </p:cNvSpPr>
          <p:nvPr>
            <p:ph idx="1"/>
          </p:nvPr>
        </p:nvSpPr>
        <p:spPr/>
        <p:txBody>
          <a:bodyPr vert="horz" lIns="91440" tIns="45720" rIns="91440" bIns="45720" rtlCol="0" anchor="t">
            <a:normAutofit/>
          </a:bodyPr>
          <a:lstStyle/>
          <a:p>
            <a:r>
              <a:rPr lang="en-US" dirty="0">
                <a:ea typeface="+mn-lt"/>
                <a:cs typeface="+mn-lt"/>
              </a:rPr>
              <a:t>A </a:t>
            </a:r>
            <a:r>
              <a:rPr lang="en-US" i="1" dirty="0">
                <a:ea typeface="+mn-lt"/>
                <a:cs typeface="+mn-lt"/>
              </a:rPr>
              <a:t>design pattern </a:t>
            </a:r>
            <a:r>
              <a:rPr lang="en-US" dirty="0">
                <a:ea typeface="+mn-lt"/>
                <a:cs typeface="+mn-lt"/>
              </a:rPr>
              <a:t>can be characterized as “a three-part rule which expresses a relation between a certain context, a problem, and a solution” [Ale79]. </a:t>
            </a:r>
            <a:endParaRPr lang="en-US" dirty="0"/>
          </a:p>
          <a:p>
            <a:r>
              <a:rPr lang="en-US" dirty="0">
                <a:ea typeface="+mn-lt"/>
                <a:cs typeface="+mn-lt"/>
              </a:rPr>
              <a:t>For software design, </a:t>
            </a:r>
            <a:r>
              <a:rPr lang="en-US" i="1" dirty="0">
                <a:ea typeface="+mn-lt"/>
                <a:cs typeface="+mn-lt"/>
              </a:rPr>
              <a:t>context </a:t>
            </a:r>
            <a:r>
              <a:rPr lang="en-US" dirty="0">
                <a:ea typeface="+mn-lt"/>
                <a:cs typeface="+mn-lt"/>
              </a:rPr>
              <a:t>allows the reader to understand the environment in which the problem resides and what solution might be appropriate within that environment. </a:t>
            </a:r>
            <a:endParaRPr lang="en-US" dirty="0"/>
          </a:p>
          <a:p>
            <a:r>
              <a:rPr lang="en-US" dirty="0">
                <a:ea typeface="+mn-lt"/>
                <a:cs typeface="+mn-lt"/>
              </a:rPr>
              <a:t>A set of requirements, including limitations and constraints, acts as a </a:t>
            </a:r>
            <a:r>
              <a:rPr lang="en-US" i="1" dirty="0">
                <a:ea typeface="+mn-lt"/>
                <a:cs typeface="+mn-lt"/>
              </a:rPr>
              <a:t>system of forces </a:t>
            </a:r>
            <a:r>
              <a:rPr lang="en-US" dirty="0">
                <a:ea typeface="+mn-lt"/>
                <a:cs typeface="+mn-lt"/>
              </a:rPr>
              <a:t>that influences how the problem can be interpreted within its context and how the solution can be effectively applied.</a:t>
            </a:r>
          </a:p>
          <a:p>
            <a:endParaRPr lang="en-US" dirty="0"/>
          </a:p>
          <a:p>
            <a:endParaRPr lang="en-US" dirty="0"/>
          </a:p>
        </p:txBody>
      </p:sp>
    </p:spTree>
    <p:extLst>
      <p:ext uri="{BB962C8B-B14F-4D97-AF65-F5344CB8AC3E}">
        <p14:creationId xmlns:p14="http://schemas.microsoft.com/office/powerpoint/2010/main" val="2427330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4A4F8F-C903-920D-3E60-CE65E44ED06F}"/>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E0E0D36D-6C92-B680-025D-DB25FA504AA7}"/>
              </a:ext>
            </a:extLst>
          </p:cNvPr>
          <p:cNvSpPr>
            <a:spLocks noGrp="1"/>
          </p:cNvSpPr>
          <p:nvPr>
            <p:ph idx="1"/>
          </p:nvPr>
        </p:nvSpPr>
        <p:spPr/>
        <p:txBody>
          <a:bodyPr vert="horz" lIns="91440" tIns="45720" rIns="91440" bIns="45720" rtlCol="0" anchor="t">
            <a:normAutofit/>
          </a:bodyPr>
          <a:lstStyle/>
          <a:p>
            <a:r>
              <a:rPr lang="en-US" dirty="0">
                <a:ea typeface="+mn-lt"/>
                <a:cs typeface="+mn-lt"/>
              </a:rPr>
              <a:t>Context allows the reader to understand the environment in which the problem resides and what solution might be appropriate within that environment.</a:t>
            </a:r>
            <a:endParaRPr lang="en-US" dirty="0"/>
          </a:p>
          <a:p>
            <a:r>
              <a:rPr lang="en-US" dirty="0">
                <a:ea typeface="+mn-lt"/>
                <a:cs typeface="+mn-lt"/>
              </a:rPr>
              <a:t>A set of requirements, including limitations and constraints, acts as a system of forces that influences how the problem can be interpreted within its context and how the solution can be effectively applied.</a:t>
            </a:r>
            <a:endParaRPr lang="en-US" dirty="0"/>
          </a:p>
        </p:txBody>
      </p:sp>
    </p:spTree>
    <p:extLst>
      <p:ext uri="{BB962C8B-B14F-4D97-AF65-F5344CB8AC3E}">
        <p14:creationId xmlns:p14="http://schemas.microsoft.com/office/powerpoint/2010/main" val="2724833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C30F30-9F26-9AAC-5A52-92A9C865DDE9}"/>
              </a:ext>
            </a:extLst>
          </p:cNvPr>
          <p:cNvSpPr>
            <a:spLocks noGrp="1"/>
          </p:cNvSpPr>
          <p:nvPr>
            <p:ph type="title"/>
          </p:nvPr>
        </p:nvSpPr>
        <p:spPr/>
        <p:txBody>
          <a:bodyPr>
            <a:normAutofit/>
          </a:bodyPr>
          <a:lstStyle/>
          <a:p>
            <a:r>
              <a:rPr lang="en-US" dirty="0">
                <a:ea typeface="+mj-lt"/>
                <a:cs typeface="+mj-lt"/>
              </a:rPr>
              <a:t>Effective Patterns</a:t>
            </a:r>
          </a:p>
        </p:txBody>
      </p:sp>
      <p:sp>
        <p:nvSpPr>
          <p:cNvPr id="3" name="Content Placeholder 2">
            <a:extLst>
              <a:ext uri="{FF2B5EF4-FFF2-40B4-BE49-F238E27FC236}">
                <a16:creationId xmlns="" xmlns:a16="http://schemas.microsoft.com/office/drawing/2014/main" id="{B6738243-2B5A-BEFD-C141-55613312E370}"/>
              </a:ext>
            </a:extLst>
          </p:cNvPr>
          <p:cNvSpPr>
            <a:spLocks noGrp="1"/>
          </p:cNvSpPr>
          <p:nvPr>
            <p:ph idx="1"/>
          </p:nvPr>
        </p:nvSpPr>
        <p:spPr/>
        <p:txBody>
          <a:bodyPr vert="horz" lIns="91440" tIns="45720" rIns="91440" bIns="45720" rtlCol="0" anchor="t">
            <a:noAutofit/>
          </a:bodyPr>
          <a:lstStyle/>
          <a:p>
            <a:r>
              <a:rPr lang="en-US" dirty="0">
                <a:solidFill>
                  <a:srgbClr val="000000"/>
                </a:solidFill>
                <a:ea typeface="+mn-lt"/>
                <a:cs typeface="+mn-lt"/>
              </a:rPr>
              <a:t>Coplien [Cop05] characterizes an effective design pattern in the following way:</a:t>
            </a:r>
          </a:p>
          <a:p>
            <a:r>
              <a:rPr lang="en-US" dirty="0">
                <a:solidFill>
                  <a:srgbClr val="000000"/>
                </a:solidFill>
                <a:ea typeface="+mn-lt"/>
                <a:cs typeface="+mn-lt"/>
              </a:rPr>
              <a:t>It solves a problem: Patterns capture solutions, not just abstract principles or strategies.</a:t>
            </a:r>
          </a:p>
          <a:p>
            <a:r>
              <a:rPr lang="en-US" dirty="0">
                <a:solidFill>
                  <a:srgbClr val="000000"/>
                </a:solidFill>
                <a:ea typeface="+mn-lt"/>
                <a:cs typeface="+mn-lt"/>
              </a:rPr>
              <a:t>It is a proven concept: Patterns capture solutions with a track record, not theories or speculation.</a:t>
            </a:r>
          </a:p>
          <a:p>
            <a:r>
              <a:rPr lang="en-US" dirty="0">
                <a:solidFill>
                  <a:srgbClr val="000000"/>
                </a:solidFill>
                <a:ea typeface="+mn-lt"/>
                <a:cs typeface="+mn-lt"/>
              </a:rPr>
              <a:t>The solution isn't obvious: Many problem-solving techniques (such as software design paradigms or methods) try to derive solutions from first principles. </a:t>
            </a:r>
            <a:endParaRPr lang="en-US" dirty="0">
              <a:ea typeface="+mn-lt"/>
              <a:cs typeface="+mn-lt"/>
            </a:endParaRPr>
          </a:p>
        </p:txBody>
      </p:sp>
    </p:spTree>
    <p:extLst>
      <p:ext uri="{BB962C8B-B14F-4D97-AF65-F5344CB8AC3E}">
        <p14:creationId xmlns:p14="http://schemas.microsoft.com/office/powerpoint/2010/main" val="1469985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5CD044-DD07-19F3-27DB-054FBC9086BC}"/>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22257755-2567-5C56-416D-79AD52A01A3B}"/>
              </a:ext>
            </a:extLst>
          </p:cNvPr>
          <p:cNvSpPr>
            <a:spLocks noGrp="1"/>
          </p:cNvSpPr>
          <p:nvPr>
            <p:ph idx="1"/>
          </p:nvPr>
        </p:nvSpPr>
        <p:spPr/>
        <p:txBody>
          <a:bodyPr vert="horz" lIns="91440" tIns="45720" rIns="91440" bIns="45720" rtlCol="0" anchor="t">
            <a:normAutofit/>
          </a:bodyPr>
          <a:lstStyle/>
          <a:p>
            <a:r>
              <a:rPr lang="en-US" dirty="0"/>
              <a:t>The best patterns generate a solution to a problem indirectly a necessary approach for the most difficult problems of design</a:t>
            </a:r>
          </a:p>
          <a:p>
            <a:r>
              <a:rPr lang="en-US" dirty="0"/>
              <a:t>It describes a relationship: Patterns don't just describe modules,  but describe deeper system structures and mechanisms.</a:t>
            </a:r>
            <a:endParaRPr lang="en-US"/>
          </a:p>
          <a:p>
            <a:r>
              <a:rPr lang="en-US" dirty="0"/>
              <a:t>The pattern has a significant human component (minimize human intervention).</a:t>
            </a:r>
          </a:p>
          <a:p>
            <a:r>
              <a:rPr lang="en-US" dirty="0"/>
              <a:t> All software serves human comfort or quality of life; the best patterns explicitly appeal to aesthetics and utility.</a:t>
            </a:r>
            <a:br>
              <a:rPr lang="en-US" dirty="0"/>
            </a:br>
            <a:endParaRPr lang="en-US" dirty="0"/>
          </a:p>
        </p:txBody>
      </p:sp>
    </p:spTree>
    <p:extLst>
      <p:ext uri="{BB962C8B-B14F-4D97-AF65-F5344CB8AC3E}">
        <p14:creationId xmlns:p14="http://schemas.microsoft.com/office/powerpoint/2010/main" val="3572498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4606973-9930-D84D-7658-D6F89370F263}"/>
              </a:ext>
            </a:extLst>
          </p:cNvPr>
          <p:cNvSpPr>
            <a:spLocks noGrp="1"/>
          </p:cNvSpPr>
          <p:nvPr>
            <p:ph type="title"/>
          </p:nvPr>
        </p:nvSpPr>
        <p:spPr/>
        <p:txBody>
          <a:bodyPr/>
          <a:lstStyle/>
          <a:p>
            <a:r>
              <a:rPr lang="en-US" dirty="0">
                <a:ea typeface="+mj-lt"/>
                <a:cs typeface="+mj-lt"/>
              </a:rPr>
              <a:t>Kinds of Patterns</a:t>
            </a:r>
            <a:endParaRPr lang="en-US" dirty="0"/>
          </a:p>
        </p:txBody>
      </p:sp>
      <p:sp>
        <p:nvSpPr>
          <p:cNvPr id="3" name="Content Placeholder 2">
            <a:extLst>
              <a:ext uri="{FF2B5EF4-FFF2-40B4-BE49-F238E27FC236}">
                <a16:creationId xmlns="" xmlns:a16="http://schemas.microsoft.com/office/drawing/2014/main" id="{214DD197-551E-31B5-FD63-31FCD6EBBC52}"/>
              </a:ext>
            </a:extLst>
          </p:cNvPr>
          <p:cNvSpPr>
            <a:spLocks noGrp="1"/>
          </p:cNvSpPr>
          <p:nvPr>
            <p:ph idx="1"/>
          </p:nvPr>
        </p:nvSpPr>
        <p:spPr>
          <a:xfrm>
            <a:off x="838200" y="1289177"/>
            <a:ext cx="10515600" cy="4887786"/>
          </a:xfrm>
        </p:spPr>
        <p:txBody>
          <a:bodyPr vert="horz" lIns="91440" tIns="45720" rIns="91440" bIns="45720" rtlCol="0" anchor="t">
            <a:normAutofit fontScale="92500"/>
          </a:bodyPr>
          <a:lstStyle/>
          <a:p>
            <a:r>
              <a:rPr lang="en-US" sz="2400" dirty="0">
                <a:solidFill>
                  <a:srgbClr val="444444"/>
                </a:solidFill>
                <a:latin typeface="Times New Roman"/>
                <a:ea typeface="Open Sans"/>
                <a:cs typeface="Open Sans"/>
              </a:rPr>
              <a:t>Architectural patterns describe broad-based design problems that are solved using a structural approach.</a:t>
            </a:r>
            <a:endParaRPr lang="en-US" sz="2400">
              <a:solidFill>
                <a:srgbClr val="000000"/>
              </a:solidFill>
              <a:latin typeface="Times New Roman"/>
              <a:ea typeface="Open Sans"/>
              <a:cs typeface="Open Sans"/>
            </a:endParaRPr>
          </a:p>
          <a:p>
            <a:r>
              <a:rPr lang="en-US" sz="2400" dirty="0">
                <a:solidFill>
                  <a:srgbClr val="444444"/>
                </a:solidFill>
                <a:latin typeface="Times New Roman"/>
                <a:ea typeface="Open Sans"/>
                <a:cs typeface="Open Sans"/>
              </a:rPr>
              <a:t>Data patterns describe recurring data-oriented problems and the data modeling solutions that can be used to solve them.</a:t>
            </a:r>
            <a:endParaRPr lang="en-US" sz="2400">
              <a:solidFill>
                <a:srgbClr val="000000"/>
              </a:solidFill>
              <a:latin typeface="Times New Roman"/>
              <a:ea typeface="Open Sans"/>
              <a:cs typeface="Open Sans"/>
            </a:endParaRPr>
          </a:p>
          <a:p>
            <a:r>
              <a:rPr lang="en-US" sz="2400" dirty="0">
                <a:solidFill>
                  <a:srgbClr val="444444"/>
                </a:solidFill>
                <a:latin typeface="Times New Roman"/>
                <a:ea typeface="Open Sans"/>
                <a:cs typeface="Open Sans"/>
              </a:rPr>
              <a:t>Component patterns (also referred to as design patterns) address problems associated with the development of subsystems and components, the manner in which they communicate with one another, and their placement within a larger architecture.</a:t>
            </a:r>
          </a:p>
          <a:p>
            <a:r>
              <a:rPr lang="en-US" sz="2400" dirty="0">
                <a:solidFill>
                  <a:srgbClr val="444444"/>
                </a:solidFill>
                <a:latin typeface="Times New Roman"/>
                <a:ea typeface="+mn-lt"/>
                <a:cs typeface="+mn-lt"/>
              </a:rPr>
              <a:t>Interface design patterns describe common user interface problems and their solution with a system of forces that includes the specific characteristics of end-users.</a:t>
            </a:r>
          </a:p>
          <a:p>
            <a:r>
              <a:rPr lang="en-US" sz="2400" dirty="0">
                <a:solidFill>
                  <a:srgbClr val="444444"/>
                </a:solidFill>
                <a:latin typeface="Times New Roman"/>
                <a:ea typeface="+mn-lt"/>
                <a:cs typeface="+mn-lt"/>
              </a:rPr>
              <a:t>WebApp patterns address a problem set that is encountered when building </a:t>
            </a:r>
            <a:r>
              <a:rPr lang="en-US" sz="2400" dirty="0" err="1">
                <a:solidFill>
                  <a:srgbClr val="444444"/>
                </a:solidFill>
                <a:latin typeface="Times New Roman"/>
                <a:ea typeface="+mn-lt"/>
                <a:cs typeface="+mn-lt"/>
              </a:rPr>
              <a:t>WebApps</a:t>
            </a:r>
            <a:r>
              <a:rPr lang="en-US" sz="2400" dirty="0">
                <a:solidFill>
                  <a:srgbClr val="444444"/>
                </a:solidFill>
                <a:latin typeface="Times New Roman"/>
                <a:ea typeface="+mn-lt"/>
                <a:cs typeface="+mn-lt"/>
              </a:rPr>
              <a:t> and often incorporates many of the other patterns categories just mentioned.</a:t>
            </a:r>
            <a:r>
              <a:rPr lang="en-US" sz="2400" dirty="0">
                <a:latin typeface="Times New Roman"/>
                <a:ea typeface="+mn-lt"/>
                <a:cs typeface="+mn-lt"/>
              </a:rPr>
              <a:t/>
            </a:r>
            <a:br>
              <a:rPr lang="en-US" sz="2400" dirty="0">
                <a:latin typeface="Times New Roman"/>
                <a:ea typeface="+mn-lt"/>
                <a:cs typeface="+mn-lt"/>
              </a:rPr>
            </a:br>
            <a:endParaRPr lang="en-US" sz="2400">
              <a:solidFill>
                <a:srgbClr val="444444"/>
              </a:solidFill>
              <a:latin typeface="Times New Roman"/>
              <a:ea typeface="+mn-lt"/>
              <a:cs typeface="+mn-lt"/>
            </a:endParaRPr>
          </a:p>
        </p:txBody>
      </p:sp>
    </p:spTree>
    <p:extLst>
      <p:ext uri="{BB962C8B-B14F-4D97-AF65-F5344CB8AC3E}">
        <p14:creationId xmlns:p14="http://schemas.microsoft.com/office/powerpoint/2010/main" val="3201553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89EE04-DA6E-4451-AF55-F43D46C30F6C}"/>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 xmlns:a16="http://schemas.microsoft.com/office/drawing/2014/main" id="{17C25F27-342E-DD64-522F-09607BE118B4}"/>
              </a:ext>
            </a:extLst>
          </p:cNvPr>
          <p:cNvSpPr>
            <a:spLocks noGrp="1"/>
          </p:cNvSpPr>
          <p:nvPr>
            <p:ph idx="1"/>
          </p:nvPr>
        </p:nvSpPr>
        <p:spPr/>
        <p:txBody>
          <a:bodyPr vert="horz" lIns="91440" tIns="45720" rIns="91440" bIns="45720" rtlCol="0" anchor="t">
            <a:normAutofit fontScale="77500" lnSpcReduction="20000"/>
          </a:bodyPr>
          <a:lstStyle/>
          <a:p>
            <a:r>
              <a:rPr lang="en-US" b="1" i="1" dirty="0">
                <a:ea typeface="+mn-lt"/>
                <a:cs typeface="+mn-lt"/>
              </a:rPr>
              <a:t>Creational patterns</a:t>
            </a:r>
            <a:r>
              <a:rPr lang="en-US" dirty="0">
                <a:ea typeface="+mn-lt"/>
                <a:cs typeface="+mn-lt"/>
              </a:rPr>
              <a:t> focus on the “creation, composition, and representation of objects, e.g., </a:t>
            </a:r>
            <a:endParaRPr lang="en-US" dirty="0"/>
          </a:p>
          <a:p>
            <a:pPr lvl="1"/>
            <a:r>
              <a:rPr lang="en-US" b="1" dirty="0">
                <a:ea typeface="+mn-lt"/>
                <a:cs typeface="+mn-lt"/>
                <a:hlinkClick r:id="rId2"/>
              </a:rPr>
              <a:t>Abstract factory pattern</a:t>
            </a:r>
            <a:r>
              <a:rPr lang="en-US" b="1" dirty="0">
                <a:ea typeface="+mn-lt"/>
                <a:cs typeface="+mn-lt"/>
              </a:rPr>
              <a:t>:</a:t>
            </a:r>
            <a:r>
              <a:rPr lang="en-US" dirty="0">
                <a:ea typeface="+mn-lt"/>
                <a:cs typeface="+mn-lt"/>
              </a:rPr>
              <a:t> centralize decision of what </a:t>
            </a:r>
            <a:r>
              <a:rPr lang="en-US" dirty="0">
                <a:ea typeface="+mn-lt"/>
                <a:cs typeface="+mn-lt"/>
                <a:hlinkClick r:id="rId3"/>
              </a:rPr>
              <a:t>factory</a:t>
            </a:r>
            <a:r>
              <a:rPr lang="en-US" dirty="0">
                <a:ea typeface="+mn-lt"/>
                <a:cs typeface="+mn-lt"/>
              </a:rPr>
              <a:t> to instantiate</a:t>
            </a:r>
            <a:endParaRPr lang="en-US" dirty="0"/>
          </a:p>
          <a:p>
            <a:pPr lvl="1"/>
            <a:r>
              <a:rPr lang="en-US" b="1" dirty="0">
                <a:ea typeface="+mn-lt"/>
                <a:cs typeface="+mn-lt"/>
                <a:hlinkClick r:id="rId3"/>
              </a:rPr>
              <a:t>Factory method pattern</a:t>
            </a:r>
            <a:r>
              <a:rPr lang="en-US" b="1" dirty="0">
                <a:ea typeface="+mn-lt"/>
                <a:cs typeface="+mn-lt"/>
              </a:rPr>
              <a:t>:</a:t>
            </a:r>
            <a:r>
              <a:rPr lang="en-US" dirty="0">
                <a:ea typeface="+mn-lt"/>
                <a:cs typeface="+mn-lt"/>
              </a:rPr>
              <a:t> centralize creation of an object of a specific type choosing one of several implementations</a:t>
            </a:r>
            <a:endParaRPr lang="en-US" dirty="0"/>
          </a:p>
          <a:p>
            <a:r>
              <a:rPr lang="en-US" b="1" i="1" dirty="0">
                <a:ea typeface="+mn-lt"/>
                <a:cs typeface="+mn-lt"/>
              </a:rPr>
              <a:t>Structural patterns</a:t>
            </a:r>
            <a:r>
              <a:rPr lang="en-US" dirty="0">
                <a:ea typeface="+mn-lt"/>
                <a:cs typeface="+mn-lt"/>
              </a:rPr>
              <a:t> focus on problems and solutions associated with how classes and objects are organized and integrated to build a larger structure, e.g., </a:t>
            </a:r>
            <a:endParaRPr lang="en-US" dirty="0"/>
          </a:p>
          <a:p>
            <a:pPr lvl="1"/>
            <a:r>
              <a:rPr lang="en-US" b="1" dirty="0">
                <a:ea typeface="+mn-lt"/>
                <a:cs typeface="+mn-lt"/>
                <a:hlinkClick r:id="rId4"/>
              </a:rPr>
              <a:t>Adapter pattern</a:t>
            </a:r>
            <a:r>
              <a:rPr lang="en-US" b="1" dirty="0">
                <a:ea typeface="+mn-lt"/>
                <a:cs typeface="+mn-lt"/>
              </a:rPr>
              <a:t>:</a:t>
            </a:r>
            <a:r>
              <a:rPr lang="en-US" dirty="0">
                <a:ea typeface="+mn-lt"/>
                <a:cs typeface="+mn-lt"/>
              </a:rPr>
              <a:t> 'adapts' one interface for a class into one that a client expects</a:t>
            </a:r>
            <a:endParaRPr lang="en-US" dirty="0"/>
          </a:p>
          <a:p>
            <a:pPr lvl="1"/>
            <a:r>
              <a:rPr lang="en-US" b="1" dirty="0">
                <a:ea typeface="+mn-lt"/>
                <a:cs typeface="+mn-lt"/>
                <a:hlinkClick r:id="rId5"/>
              </a:rPr>
              <a:t>Aggregate pattern</a:t>
            </a:r>
            <a:r>
              <a:rPr lang="en-US" b="1" dirty="0">
                <a:ea typeface="+mn-lt"/>
                <a:cs typeface="+mn-lt"/>
              </a:rPr>
              <a:t>:</a:t>
            </a:r>
            <a:r>
              <a:rPr lang="en-US" dirty="0">
                <a:ea typeface="+mn-lt"/>
                <a:cs typeface="+mn-lt"/>
              </a:rPr>
              <a:t> a version of the </a:t>
            </a:r>
            <a:r>
              <a:rPr lang="en-US" dirty="0">
                <a:ea typeface="+mn-lt"/>
                <a:cs typeface="+mn-lt"/>
                <a:hlinkClick r:id="rId6"/>
              </a:rPr>
              <a:t>Composite pattern</a:t>
            </a:r>
            <a:r>
              <a:rPr lang="en-US" dirty="0">
                <a:ea typeface="+mn-lt"/>
                <a:cs typeface="+mn-lt"/>
              </a:rPr>
              <a:t> with methods for aggregation of children</a:t>
            </a:r>
            <a:endParaRPr lang="en-US" dirty="0"/>
          </a:p>
          <a:p>
            <a:r>
              <a:rPr lang="en-US" b="1" i="1" dirty="0">
                <a:ea typeface="+mn-lt"/>
                <a:cs typeface="+mn-lt"/>
              </a:rPr>
              <a:t>Behavioral patterns</a:t>
            </a:r>
            <a:r>
              <a:rPr lang="en-US" dirty="0">
                <a:ea typeface="+mn-lt"/>
                <a:cs typeface="+mn-lt"/>
              </a:rPr>
              <a:t> address problems associated with the assignment of responsibility between objects and the manner in which communication is effected between objects, e.g., </a:t>
            </a:r>
            <a:endParaRPr lang="en-US" dirty="0"/>
          </a:p>
          <a:p>
            <a:pPr lvl="1"/>
            <a:r>
              <a:rPr lang="en-US" b="1" dirty="0">
                <a:ea typeface="+mn-lt"/>
                <a:cs typeface="+mn-lt"/>
                <a:hlinkClick r:id="rId7"/>
              </a:rPr>
              <a:t>Chain of responsibility pattern</a:t>
            </a:r>
            <a:r>
              <a:rPr lang="en-US" b="1" dirty="0">
                <a:ea typeface="+mn-lt"/>
                <a:cs typeface="+mn-lt"/>
              </a:rPr>
              <a:t>:</a:t>
            </a:r>
            <a:r>
              <a:rPr lang="en-US" dirty="0">
                <a:ea typeface="+mn-lt"/>
                <a:cs typeface="+mn-lt"/>
              </a:rPr>
              <a:t> Command objects are handled or passed on to other objects by logic-containing processing objects</a:t>
            </a:r>
            <a:endParaRPr lang="en-US"/>
          </a:p>
          <a:p>
            <a:pPr lvl="1"/>
            <a:r>
              <a:rPr lang="en-US" b="1" dirty="0">
                <a:ea typeface="+mn-lt"/>
                <a:cs typeface="+mn-lt"/>
                <a:hlinkClick r:id="rId8"/>
              </a:rPr>
              <a:t>Command pattern</a:t>
            </a:r>
            <a:r>
              <a:rPr lang="en-US" b="1" dirty="0">
                <a:ea typeface="+mn-lt"/>
                <a:cs typeface="+mn-lt"/>
              </a:rPr>
              <a:t>:</a:t>
            </a:r>
            <a:r>
              <a:rPr lang="en-US" dirty="0">
                <a:ea typeface="+mn-lt"/>
                <a:cs typeface="+mn-lt"/>
              </a:rPr>
              <a:t> Command objects encapsulate an action and its parameters</a:t>
            </a:r>
            <a:endParaRPr lang="en-US" dirty="0"/>
          </a:p>
          <a:p>
            <a:endParaRPr lang="en-US" dirty="0"/>
          </a:p>
        </p:txBody>
      </p:sp>
    </p:spTree>
    <p:extLst>
      <p:ext uri="{BB962C8B-B14F-4D97-AF65-F5344CB8AC3E}">
        <p14:creationId xmlns:p14="http://schemas.microsoft.com/office/powerpoint/2010/main" val="1075410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DA447E0-A1AD-D509-A946-AC040CBE43DE}"/>
              </a:ext>
            </a:extLst>
          </p:cNvPr>
          <p:cNvSpPr>
            <a:spLocks noGrp="1"/>
          </p:cNvSpPr>
          <p:nvPr>
            <p:ph type="title"/>
          </p:nvPr>
        </p:nvSpPr>
        <p:spPr/>
        <p:txBody>
          <a:bodyPr/>
          <a:lstStyle/>
          <a:p>
            <a:r>
              <a:rPr lang="en-US" dirty="0">
                <a:ea typeface="+mj-lt"/>
                <a:cs typeface="+mj-lt"/>
              </a:rPr>
              <a:t>Frameworks</a:t>
            </a:r>
            <a:endParaRPr lang="en-US" dirty="0"/>
          </a:p>
          <a:p>
            <a:endParaRPr lang="en-US" dirty="0"/>
          </a:p>
        </p:txBody>
      </p:sp>
      <p:sp>
        <p:nvSpPr>
          <p:cNvPr id="3" name="Content Placeholder 2">
            <a:extLst>
              <a:ext uri="{FF2B5EF4-FFF2-40B4-BE49-F238E27FC236}">
                <a16:creationId xmlns="" xmlns:a16="http://schemas.microsoft.com/office/drawing/2014/main" id="{E68493B9-F6DB-6011-D752-894FF2956F8E}"/>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Patterns themselves may not be sufficient to develop a complete design. </a:t>
            </a:r>
            <a:endParaRPr lang="en-US" dirty="0"/>
          </a:p>
          <a:p>
            <a:pPr lvl="1"/>
            <a:r>
              <a:rPr lang="en-US">
                <a:ea typeface="+mn-lt"/>
                <a:cs typeface="+mn-lt"/>
              </a:rPr>
              <a:t>In some cases it may be necessary to provide an implementation-specific skeletal infrastructure, called a </a:t>
            </a:r>
            <a:r>
              <a:rPr lang="en-US" i="1">
                <a:ea typeface="+mn-lt"/>
                <a:cs typeface="+mn-lt"/>
              </a:rPr>
              <a:t>framework,</a:t>
            </a:r>
            <a:r>
              <a:rPr lang="en-US">
                <a:ea typeface="+mn-lt"/>
                <a:cs typeface="+mn-lt"/>
              </a:rPr>
              <a:t> for design work. </a:t>
            </a:r>
            <a:endParaRPr lang="en-US"/>
          </a:p>
          <a:p>
            <a:pPr lvl="1"/>
            <a:r>
              <a:rPr lang="en-US" dirty="0">
                <a:ea typeface="+mn-lt"/>
                <a:cs typeface="+mn-lt"/>
              </a:rPr>
              <a:t>That is, you can select a “</a:t>
            </a:r>
            <a:r>
              <a:rPr lang="en-US" i="1" dirty="0">
                <a:ea typeface="+mn-lt"/>
                <a:cs typeface="+mn-lt"/>
              </a:rPr>
              <a:t>reusable mini-architecture </a:t>
            </a:r>
            <a:r>
              <a:rPr lang="en-US" dirty="0">
                <a:ea typeface="+mn-lt"/>
                <a:cs typeface="+mn-lt"/>
              </a:rPr>
              <a:t>that provides the generic structure and behavior for a family of software abstractions, along with a context … which specifies their collaboration and use within a given domain.” [Amb98]</a:t>
            </a:r>
            <a:endParaRPr lang="en-US" dirty="0"/>
          </a:p>
          <a:p>
            <a:r>
              <a:rPr lang="en-US" dirty="0">
                <a:ea typeface="+mn-lt"/>
                <a:cs typeface="+mn-lt"/>
              </a:rPr>
              <a:t>A framework is not an architectural pattern, but rather a skeleton with a collection of “plug points” (also called </a:t>
            </a:r>
            <a:r>
              <a:rPr lang="en-US" i="1" dirty="0">
                <a:ea typeface="+mn-lt"/>
                <a:cs typeface="+mn-lt"/>
              </a:rPr>
              <a:t>hooks</a:t>
            </a:r>
            <a:r>
              <a:rPr lang="en-US" dirty="0">
                <a:ea typeface="+mn-lt"/>
                <a:cs typeface="+mn-lt"/>
              </a:rPr>
              <a:t> and </a:t>
            </a:r>
            <a:r>
              <a:rPr lang="en-US" i="1" dirty="0">
                <a:ea typeface="+mn-lt"/>
                <a:cs typeface="+mn-lt"/>
              </a:rPr>
              <a:t>slots</a:t>
            </a:r>
            <a:r>
              <a:rPr lang="en-US" dirty="0">
                <a:ea typeface="+mn-lt"/>
                <a:cs typeface="+mn-lt"/>
              </a:rPr>
              <a:t>) that enable it to be adapted to a specific problem domain. </a:t>
            </a:r>
            <a:endParaRPr lang="en-US" dirty="0"/>
          </a:p>
          <a:p>
            <a:pPr lvl="1"/>
            <a:r>
              <a:rPr lang="en-US" dirty="0">
                <a:ea typeface="+mn-lt"/>
                <a:cs typeface="+mn-lt"/>
              </a:rPr>
              <a:t>The plug points enable you to integrate problem specific classes or functionality within the skeleton.</a:t>
            </a:r>
            <a:endParaRPr lang="en-US" dirty="0"/>
          </a:p>
          <a:p>
            <a:endParaRPr lang="en-US" dirty="0"/>
          </a:p>
        </p:txBody>
      </p:sp>
    </p:spTree>
    <p:extLst>
      <p:ext uri="{BB962C8B-B14F-4D97-AF65-F5344CB8AC3E}">
        <p14:creationId xmlns:p14="http://schemas.microsoft.com/office/powerpoint/2010/main" val="4262038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98BA8C3-FAAB-AD6F-D9A4-A54826439E73}"/>
              </a:ext>
            </a:extLst>
          </p:cNvPr>
          <p:cNvSpPr>
            <a:spLocks noGrp="1"/>
          </p:cNvSpPr>
          <p:nvPr>
            <p:ph type="title"/>
          </p:nvPr>
        </p:nvSpPr>
        <p:spPr/>
        <p:txBody>
          <a:bodyPr/>
          <a:lstStyle/>
          <a:p>
            <a:r>
              <a:rPr lang="en-US" dirty="0">
                <a:ea typeface="+mj-lt"/>
                <a:cs typeface="+mj-lt"/>
              </a:rPr>
              <a:t>Describing a Pattern</a:t>
            </a:r>
            <a:endParaRPr lang="en-US" dirty="0"/>
          </a:p>
          <a:p>
            <a:endParaRPr lang="en-US" dirty="0"/>
          </a:p>
        </p:txBody>
      </p:sp>
      <p:sp>
        <p:nvSpPr>
          <p:cNvPr id="3" name="Content Placeholder 2">
            <a:extLst>
              <a:ext uri="{FF2B5EF4-FFF2-40B4-BE49-F238E27FC236}">
                <a16:creationId xmlns="" xmlns:a16="http://schemas.microsoft.com/office/drawing/2014/main" id="{A0A2BBFD-15A8-864C-8B3F-17DF5F6ED990}"/>
              </a:ext>
            </a:extLst>
          </p:cNvPr>
          <p:cNvSpPr>
            <a:spLocks noGrp="1"/>
          </p:cNvSpPr>
          <p:nvPr>
            <p:ph idx="1"/>
          </p:nvPr>
        </p:nvSpPr>
        <p:spPr/>
        <p:txBody>
          <a:bodyPr vert="horz" lIns="91440" tIns="45720" rIns="91440" bIns="45720" rtlCol="0" anchor="t">
            <a:normAutofit fontScale="55000" lnSpcReduction="20000"/>
          </a:bodyPr>
          <a:lstStyle/>
          <a:p>
            <a:r>
              <a:rPr lang="en-US" b="1" i="1" dirty="0">
                <a:ea typeface="+mn-lt"/>
                <a:cs typeface="+mn-lt"/>
              </a:rPr>
              <a:t>Pattern name</a:t>
            </a:r>
            <a:r>
              <a:rPr lang="en-US" dirty="0">
                <a:ea typeface="+mn-lt"/>
                <a:cs typeface="+mn-lt"/>
              </a:rPr>
              <a:t>—describes the essence of the pattern in a short but expressive name </a:t>
            </a:r>
            <a:endParaRPr lang="en-US" dirty="0"/>
          </a:p>
          <a:p>
            <a:r>
              <a:rPr lang="en-US" b="1" i="1" dirty="0">
                <a:ea typeface="+mn-lt"/>
                <a:cs typeface="+mn-lt"/>
              </a:rPr>
              <a:t>Problem</a:t>
            </a:r>
            <a:r>
              <a:rPr lang="en-US" i="1" dirty="0">
                <a:ea typeface="+mn-lt"/>
                <a:cs typeface="+mn-lt"/>
              </a:rPr>
              <a:t>—</a:t>
            </a:r>
            <a:r>
              <a:rPr lang="en-US" dirty="0">
                <a:ea typeface="+mn-lt"/>
                <a:cs typeface="+mn-lt"/>
              </a:rPr>
              <a:t>describes the problem that the pattern addresses</a:t>
            </a:r>
            <a:endParaRPr lang="en-US" dirty="0"/>
          </a:p>
          <a:p>
            <a:r>
              <a:rPr lang="en-US" b="1" i="1" dirty="0">
                <a:ea typeface="+mn-lt"/>
                <a:cs typeface="+mn-lt"/>
              </a:rPr>
              <a:t>Motivation</a:t>
            </a:r>
            <a:r>
              <a:rPr lang="en-US" dirty="0">
                <a:ea typeface="+mn-lt"/>
                <a:cs typeface="+mn-lt"/>
              </a:rPr>
              <a:t>—provides an example of the problem </a:t>
            </a:r>
            <a:endParaRPr lang="en-US" dirty="0"/>
          </a:p>
          <a:p>
            <a:r>
              <a:rPr lang="en-US" b="1" i="1" dirty="0">
                <a:ea typeface="+mn-lt"/>
                <a:cs typeface="+mn-lt"/>
              </a:rPr>
              <a:t>Context</a:t>
            </a:r>
            <a:r>
              <a:rPr lang="en-US" i="1" dirty="0">
                <a:ea typeface="+mn-lt"/>
                <a:cs typeface="+mn-lt"/>
              </a:rPr>
              <a:t>—</a:t>
            </a:r>
            <a:r>
              <a:rPr lang="en-US" dirty="0">
                <a:ea typeface="+mn-lt"/>
                <a:cs typeface="+mn-lt"/>
              </a:rPr>
              <a:t>describes the environment in which the problem resides including application domain</a:t>
            </a:r>
            <a:endParaRPr lang="en-US" dirty="0"/>
          </a:p>
          <a:p>
            <a:r>
              <a:rPr lang="en-US" b="1" i="1" dirty="0">
                <a:ea typeface="+mn-lt"/>
                <a:cs typeface="+mn-lt"/>
              </a:rPr>
              <a:t>Forces</a:t>
            </a:r>
            <a:r>
              <a:rPr lang="en-US" i="1" dirty="0">
                <a:ea typeface="+mn-lt"/>
                <a:cs typeface="+mn-lt"/>
              </a:rPr>
              <a:t>—</a:t>
            </a:r>
            <a:r>
              <a:rPr lang="en-US" dirty="0">
                <a:ea typeface="+mn-lt"/>
                <a:cs typeface="+mn-lt"/>
              </a:rPr>
              <a:t>lists the system of forces that affect the manner in which the problem must be solved; includes a discussion of limitation and constraints that must be considered</a:t>
            </a:r>
            <a:endParaRPr lang="en-US" dirty="0"/>
          </a:p>
          <a:p>
            <a:r>
              <a:rPr lang="en-US" b="1" i="1" dirty="0">
                <a:ea typeface="+mn-lt"/>
                <a:cs typeface="+mn-lt"/>
              </a:rPr>
              <a:t>Solution</a:t>
            </a:r>
            <a:r>
              <a:rPr lang="en-US" i="1" dirty="0">
                <a:ea typeface="+mn-lt"/>
                <a:cs typeface="+mn-lt"/>
              </a:rPr>
              <a:t>—</a:t>
            </a:r>
            <a:r>
              <a:rPr lang="en-US" dirty="0">
                <a:ea typeface="+mn-lt"/>
                <a:cs typeface="+mn-lt"/>
              </a:rPr>
              <a:t>provides a detailed description of the solution proposed for the problem</a:t>
            </a:r>
            <a:endParaRPr lang="en-US" dirty="0"/>
          </a:p>
          <a:p>
            <a:r>
              <a:rPr lang="en-US" b="1" i="1" dirty="0">
                <a:ea typeface="+mn-lt"/>
                <a:cs typeface="+mn-lt"/>
              </a:rPr>
              <a:t>Intent</a:t>
            </a:r>
            <a:r>
              <a:rPr lang="en-US" dirty="0">
                <a:ea typeface="+mn-lt"/>
                <a:cs typeface="+mn-lt"/>
              </a:rPr>
              <a:t>—describes the pattern and what it does</a:t>
            </a:r>
            <a:endParaRPr lang="en-US" dirty="0"/>
          </a:p>
          <a:p>
            <a:r>
              <a:rPr lang="en-US" b="1" i="1" dirty="0">
                <a:ea typeface="+mn-lt"/>
                <a:cs typeface="+mn-lt"/>
              </a:rPr>
              <a:t>Collaborations</a:t>
            </a:r>
            <a:r>
              <a:rPr lang="en-US" dirty="0">
                <a:ea typeface="+mn-lt"/>
                <a:cs typeface="+mn-lt"/>
              </a:rPr>
              <a:t>—describes how other patterns contribute to the solution</a:t>
            </a:r>
            <a:endParaRPr lang="en-US" dirty="0"/>
          </a:p>
          <a:p>
            <a:r>
              <a:rPr lang="en-US" b="1" i="1" dirty="0">
                <a:ea typeface="+mn-lt"/>
                <a:cs typeface="+mn-lt"/>
              </a:rPr>
              <a:t>Consequences</a:t>
            </a:r>
            <a:r>
              <a:rPr lang="en-US" dirty="0">
                <a:ea typeface="+mn-lt"/>
                <a:cs typeface="+mn-lt"/>
              </a:rPr>
              <a:t>—describes the potential trade-offs that must be considered when the pattern is implemented and the consequences of using the pattern</a:t>
            </a:r>
            <a:endParaRPr lang="en-US" dirty="0"/>
          </a:p>
          <a:p>
            <a:r>
              <a:rPr lang="en-US" b="1" i="1" dirty="0">
                <a:ea typeface="+mn-lt"/>
                <a:cs typeface="+mn-lt"/>
              </a:rPr>
              <a:t>Implementation</a:t>
            </a:r>
            <a:r>
              <a:rPr lang="en-US" dirty="0">
                <a:ea typeface="+mn-lt"/>
                <a:cs typeface="+mn-lt"/>
              </a:rPr>
              <a:t>—identifies special issues that should be considered when implementing the pattern</a:t>
            </a:r>
            <a:endParaRPr lang="en-US" dirty="0"/>
          </a:p>
          <a:p>
            <a:r>
              <a:rPr lang="en-US" b="1" i="1" dirty="0">
                <a:ea typeface="+mn-lt"/>
                <a:cs typeface="+mn-lt"/>
              </a:rPr>
              <a:t>Known uses</a:t>
            </a:r>
            <a:r>
              <a:rPr lang="en-US" dirty="0">
                <a:ea typeface="+mn-lt"/>
                <a:cs typeface="+mn-lt"/>
              </a:rPr>
              <a:t>—provides examples of actual uses of the design pattern in real applications</a:t>
            </a:r>
            <a:endParaRPr lang="en-US" dirty="0"/>
          </a:p>
          <a:p>
            <a:r>
              <a:rPr lang="en-US" b="1" i="1" dirty="0">
                <a:ea typeface="+mn-lt"/>
                <a:cs typeface="+mn-lt"/>
              </a:rPr>
              <a:t>Related patterns</a:t>
            </a:r>
            <a:r>
              <a:rPr lang="en-US" dirty="0">
                <a:ea typeface="+mn-lt"/>
                <a:cs typeface="+mn-lt"/>
              </a:rPr>
              <a:t>—cross-references related design patterns</a:t>
            </a:r>
            <a:endParaRPr lang="en-US" dirty="0"/>
          </a:p>
          <a:p>
            <a:endParaRPr lang="en-US" dirty="0"/>
          </a:p>
        </p:txBody>
      </p:sp>
    </p:spTree>
    <p:extLst>
      <p:ext uri="{BB962C8B-B14F-4D97-AF65-F5344CB8AC3E}">
        <p14:creationId xmlns:p14="http://schemas.microsoft.com/office/powerpoint/2010/main" val="2336150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7AF4B9-B531-5EA3-CDB6-467454CC9EB7}"/>
              </a:ext>
            </a:extLst>
          </p:cNvPr>
          <p:cNvSpPr>
            <a:spLocks noGrp="1"/>
          </p:cNvSpPr>
          <p:nvPr>
            <p:ph type="title"/>
          </p:nvPr>
        </p:nvSpPr>
        <p:spPr/>
        <p:txBody>
          <a:bodyPr/>
          <a:lstStyle/>
          <a:p>
            <a:r>
              <a:rPr lang="en-US" sz="3000" dirty="0">
                <a:solidFill>
                  <a:srgbClr val="032553"/>
                </a:solidFill>
                <a:latin typeface="Helvetica"/>
                <a:cs typeface="Helvetica"/>
              </a:rPr>
              <a:t>Pattern-Based Design</a:t>
            </a:r>
            <a:endParaRPr lang="en-US" dirty="0"/>
          </a:p>
          <a:p>
            <a:endParaRPr lang="en-US" dirty="0"/>
          </a:p>
        </p:txBody>
      </p:sp>
      <p:sp>
        <p:nvSpPr>
          <p:cNvPr id="3" name="Content Placeholder 2">
            <a:extLst>
              <a:ext uri="{FF2B5EF4-FFF2-40B4-BE49-F238E27FC236}">
                <a16:creationId xmlns="" xmlns:a16="http://schemas.microsoft.com/office/drawing/2014/main" id="{D3235DEF-B5BE-806D-C11C-5F10ECACC286}"/>
              </a:ext>
            </a:extLst>
          </p:cNvPr>
          <p:cNvSpPr>
            <a:spLocks noGrp="1"/>
          </p:cNvSpPr>
          <p:nvPr>
            <p:ph idx="1"/>
          </p:nvPr>
        </p:nvSpPr>
        <p:spPr/>
        <p:txBody>
          <a:bodyPr vert="horz" lIns="91440" tIns="45720" rIns="91440" bIns="45720" rtlCol="0" anchor="t">
            <a:normAutofit/>
          </a:bodyPr>
          <a:lstStyle/>
          <a:p>
            <a:r>
              <a:rPr lang="en-US" dirty="0">
                <a:ea typeface="+mn-lt"/>
                <a:cs typeface="+mn-lt"/>
              </a:rPr>
              <a:t>A software designer begins with a requirements model (either explicit or implied) that presents an abstract representation of the system. </a:t>
            </a:r>
            <a:endParaRPr lang="en-US"/>
          </a:p>
          <a:p>
            <a:r>
              <a:rPr lang="en-US" dirty="0">
                <a:ea typeface="+mn-lt"/>
                <a:cs typeface="+mn-lt"/>
              </a:rPr>
              <a:t>The requirements model describes the problem set, establishes the context, and identifies the system of forces that hold sway.</a:t>
            </a:r>
            <a:endParaRPr lang="en-US" dirty="0"/>
          </a:p>
          <a:p>
            <a:r>
              <a:rPr lang="en-US" dirty="0"/>
              <a:t>Figure: Next Slide</a:t>
            </a:r>
          </a:p>
          <a:p>
            <a:endParaRPr lang="en-US" dirty="0"/>
          </a:p>
        </p:txBody>
      </p:sp>
    </p:spTree>
    <p:extLst>
      <p:ext uri="{BB962C8B-B14F-4D97-AF65-F5344CB8AC3E}">
        <p14:creationId xmlns:p14="http://schemas.microsoft.com/office/powerpoint/2010/main" val="3215336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diagram of a design process&#10;&#10;Description automatically generated">
            <a:extLst>
              <a:ext uri="{FF2B5EF4-FFF2-40B4-BE49-F238E27FC236}">
                <a16:creationId xmlns="" xmlns:a16="http://schemas.microsoft.com/office/drawing/2014/main" id="{8264A29C-4697-048C-EDD7-E5A11897521D}"/>
              </a:ext>
            </a:extLst>
          </p:cNvPr>
          <p:cNvPicPr>
            <a:picLocks noGrp="1" noChangeAspect="1"/>
          </p:cNvPicPr>
          <p:nvPr>
            <p:ph idx="1"/>
          </p:nvPr>
        </p:nvPicPr>
        <p:blipFill>
          <a:blip r:embed="rId2"/>
          <a:srcRect t="566" b="5292"/>
          <a:stretch/>
        </p:blipFill>
        <p:spPr>
          <a:xfrm>
            <a:off x="20" y="1"/>
            <a:ext cx="12191979" cy="6858000"/>
          </a:xfrm>
          <a:prstGeom prst="rect">
            <a:avLst/>
          </a:prstGeom>
        </p:spPr>
      </p:pic>
    </p:spTree>
    <p:extLst>
      <p:ext uri="{BB962C8B-B14F-4D97-AF65-F5344CB8AC3E}">
        <p14:creationId xmlns:p14="http://schemas.microsoft.com/office/powerpoint/2010/main" val="399717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2EE383F-BDCC-9FC7-4FBE-A1B57441870B}"/>
              </a:ext>
            </a:extLst>
          </p:cNvPr>
          <p:cNvSpPr>
            <a:spLocks noGrp="1"/>
          </p:cNvSpPr>
          <p:nvPr>
            <p:ph type="title"/>
          </p:nvPr>
        </p:nvSpPr>
        <p:spPr/>
        <p:txBody>
          <a:bodyPr/>
          <a:lstStyle/>
          <a:p>
            <a:r>
              <a:rPr lang="en-US" dirty="0">
                <a:ea typeface="+mj-lt"/>
                <a:cs typeface="+mj-lt"/>
              </a:rPr>
              <a:t>Thinking in Patterns</a:t>
            </a:r>
            <a:endParaRPr lang="en-US"/>
          </a:p>
          <a:p>
            <a:endParaRPr lang="en-US" dirty="0"/>
          </a:p>
        </p:txBody>
      </p:sp>
      <p:sp>
        <p:nvSpPr>
          <p:cNvPr id="3" name="Content Placeholder 2">
            <a:extLst>
              <a:ext uri="{FF2B5EF4-FFF2-40B4-BE49-F238E27FC236}">
                <a16:creationId xmlns="" xmlns:a16="http://schemas.microsoft.com/office/drawing/2014/main" id="{8162BABA-6DF4-8274-7F68-9BDDA43D0C18}"/>
              </a:ext>
            </a:extLst>
          </p:cNvPr>
          <p:cNvSpPr>
            <a:spLocks noGrp="1"/>
          </p:cNvSpPr>
          <p:nvPr>
            <p:ph idx="1"/>
          </p:nvPr>
        </p:nvSpPr>
        <p:spPr/>
        <p:txBody>
          <a:bodyPr vert="horz" lIns="91440" tIns="45720" rIns="91440" bIns="45720" rtlCol="0" anchor="t">
            <a:normAutofit fontScale="92500" lnSpcReduction="10000"/>
          </a:bodyPr>
          <a:lstStyle/>
          <a:p>
            <a:r>
              <a:rPr lang="en-US" dirty="0" err="1">
                <a:ea typeface="+mn-lt"/>
                <a:cs typeface="+mn-lt"/>
              </a:rPr>
              <a:t>Shalloway</a:t>
            </a:r>
            <a:r>
              <a:rPr lang="en-US" dirty="0">
                <a:ea typeface="+mn-lt"/>
                <a:cs typeface="+mn-lt"/>
              </a:rPr>
              <a:t> and Trott [Sha05] suggest the following approach that enables a designer to think in patterns:</a:t>
            </a:r>
            <a:endParaRPr lang="en-US" dirty="0"/>
          </a:p>
          <a:p>
            <a:pPr lvl="1"/>
            <a:r>
              <a:rPr lang="en-US" dirty="0">
                <a:ea typeface="+mn-lt"/>
                <a:cs typeface="+mn-lt"/>
              </a:rPr>
              <a:t>1.   Be sure you understand the big picture—the context in which the software to be built resides. The requirements model should communicate this to you.</a:t>
            </a:r>
            <a:endParaRPr lang="en-US" dirty="0"/>
          </a:p>
          <a:p>
            <a:pPr lvl="1"/>
            <a:r>
              <a:rPr lang="en-US" dirty="0">
                <a:ea typeface="+mn-lt"/>
                <a:cs typeface="+mn-lt"/>
              </a:rPr>
              <a:t>2.   Examining the big picture, extract the patterns that are present at that level of abstraction.</a:t>
            </a:r>
            <a:endParaRPr lang="en-US" dirty="0"/>
          </a:p>
          <a:p>
            <a:pPr lvl="1"/>
            <a:r>
              <a:rPr lang="en-US" dirty="0">
                <a:ea typeface="+mn-lt"/>
                <a:cs typeface="+mn-lt"/>
              </a:rPr>
              <a:t>3.   Begin your design with ‘big picture’ patterns that establish a context or skeleton for further design work.</a:t>
            </a:r>
            <a:endParaRPr lang="en-US" dirty="0"/>
          </a:p>
          <a:p>
            <a:pPr lvl="1"/>
            <a:r>
              <a:rPr lang="en-US" dirty="0">
                <a:ea typeface="+mn-lt"/>
                <a:cs typeface="+mn-lt"/>
              </a:rPr>
              <a:t>4.   “Work inward from the context” [Sha05] looking for patterns at lower levels of abstraction that contribute to the design solution.</a:t>
            </a:r>
            <a:endParaRPr lang="en-US" dirty="0"/>
          </a:p>
          <a:p>
            <a:pPr lvl="1"/>
            <a:r>
              <a:rPr lang="en-US" dirty="0">
                <a:ea typeface="+mn-lt"/>
                <a:cs typeface="+mn-lt"/>
              </a:rPr>
              <a:t>5.   Repeat steps 1 to 4 until the complete design is fleshed out.</a:t>
            </a:r>
            <a:endParaRPr lang="en-US" dirty="0"/>
          </a:p>
          <a:p>
            <a:pPr lvl="1"/>
            <a:r>
              <a:rPr lang="en-US" dirty="0">
                <a:ea typeface="+mn-lt"/>
                <a:cs typeface="+mn-lt"/>
              </a:rPr>
              <a:t>6.   Refine the design by adapting each pattern to the specifics of the software you’re trying to build.</a:t>
            </a:r>
            <a:endParaRPr lang="en-US" dirty="0"/>
          </a:p>
        </p:txBody>
      </p:sp>
    </p:spTree>
    <p:extLst>
      <p:ext uri="{BB962C8B-B14F-4D97-AF65-F5344CB8AC3E}">
        <p14:creationId xmlns:p14="http://schemas.microsoft.com/office/powerpoint/2010/main" val="2122983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E353F53-A090-CD7A-47E3-F8EEB40C7B33}"/>
              </a:ext>
            </a:extLst>
          </p:cNvPr>
          <p:cNvSpPr>
            <a:spLocks noGrp="1"/>
          </p:cNvSpPr>
          <p:nvPr>
            <p:ph type="title"/>
          </p:nvPr>
        </p:nvSpPr>
        <p:spPr/>
        <p:txBody>
          <a:bodyPr/>
          <a:lstStyle/>
          <a:p>
            <a:r>
              <a:rPr lang="en-US" dirty="0"/>
              <a:t>Design Task</a:t>
            </a:r>
          </a:p>
        </p:txBody>
      </p:sp>
      <p:sp>
        <p:nvSpPr>
          <p:cNvPr id="3" name="Content Placeholder 2">
            <a:extLst>
              <a:ext uri="{FF2B5EF4-FFF2-40B4-BE49-F238E27FC236}">
                <a16:creationId xmlns="" xmlns:a16="http://schemas.microsoft.com/office/drawing/2014/main" id="{8B315E4A-8492-26EB-0E01-BBA056A963C1}"/>
              </a:ext>
            </a:extLst>
          </p:cNvPr>
          <p:cNvSpPr>
            <a:spLocks noGrp="1"/>
          </p:cNvSpPr>
          <p:nvPr>
            <p:ph idx="1"/>
          </p:nvPr>
        </p:nvSpPr>
        <p:spPr/>
        <p:txBody>
          <a:bodyPr vert="horz" lIns="91440" tIns="45720" rIns="91440" bIns="45720" rtlCol="0" anchor="t">
            <a:normAutofit fontScale="92500"/>
          </a:bodyPr>
          <a:lstStyle/>
          <a:p>
            <a:pPr marL="0" indent="0">
              <a:buNone/>
            </a:pPr>
            <a:r>
              <a:rPr lang="en-US" sz="2400" dirty="0">
                <a:latin typeface="Times New Roman"/>
                <a:ea typeface="+mn-lt"/>
                <a:cs typeface="+mn-lt"/>
              </a:rPr>
              <a:t>The following design tasks are applied when a pattern-based design philosophy is used:</a:t>
            </a:r>
            <a:endParaRPr lang="en-US" sz="2400">
              <a:latin typeface="Times New Roman"/>
              <a:cs typeface="Times New Roman"/>
            </a:endParaRPr>
          </a:p>
          <a:p>
            <a:pPr marL="514350" indent="-514350">
              <a:buAutoNum type="arabicPeriod"/>
            </a:pPr>
            <a:r>
              <a:rPr lang="en-US" dirty="0">
                <a:latin typeface="Times New Roman"/>
                <a:ea typeface="+mn-lt"/>
                <a:cs typeface="+mn-lt"/>
              </a:rPr>
              <a:t>Examine the requirements model and develop a problem hierarchy. </a:t>
            </a:r>
            <a:endParaRPr lang="en-US" dirty="0">
              <a:latin typeface="Times New Roman"/>
              <a:cs typeface="Times New Roman"/>
            </a:endParaRPr>
          </a:p>
          <a:p>
            <a:pPr>
              <a:buAutoNum type="arabicPeriod"/>
            </a:pPr>
            <a:r>
              <a:rPr lang="en-US" dirty="0">
                <a:latin typeface="Times New Roman"/>
                <a:ea typeface="+mn-lt"/>
                <a:cs typeface="+mn-lt"/>
              </a:rPr>
              <a:t>   Determine if a reliable pattern language has been developed for </a:t>
            </a:r>
            <a:r>
              <a:rPr lang="en-US">
                <a:latin typeface="Times New Roman"/>
                <a:ea typeface="+mn-lt"/>
                <a:cs typeface="+mn-lt"/>
              </a:rPr>
              <a:t>the       </a:t>
            </a:r>
            <a:r>
              <a:rPr lang="en-US" dirty="0">
                <a:latin typeface="Times New Roman"/>
                <a:ea typeface="+mn-lt"/>
                <a:cs typeface="+mn-lt"/>
              </a:rPr>
              <a:t>problem domain.</a:t>
            </a:r>
            <a:endParaRPr lang="en-US" dirty="0">
              <a:latin typeface="Times New Roman"/>
              <a:cs typeface="Times New Roman"/>
            </a:endParaRPr>
          </a:p>
          <a:p>
            <a:pPr>
              <a:buAutoNum type="arabicPeriod"/>
            </a:pPr>
            <a:r>
              <a:rPr lang="en-US" dirty="0">
                <a:latin typeface="Times New Roman"/>
                <a:ea typeface="+mn-lt"/>
                <a:cs typeface="+mn-lt"/>
              </a:rPr>
              <a:t>  Beginning with a broad problem, determine whether one or more architectural patterns are available for it.</a:t>
            </a:r>
            <a:endParaRPr lang="en-US" dirty="0">
              <a:latin typeface="Times New Roman"/>
              <a:cs typeface="Times New Roman"/>
            </a:endParaRPr>
          </a:p>
          <a:p>
            <a:pPr>
              <a:buAutoNum type="arabicPeriod"/>
            </a:pPr>
            <a:r>
              <a:rPr lang="en-US" dirty="0">
                <a:latin typeface="Times New Roman"/>
                <a:ea typeface="+mn-lt"/>
                <a:cs typeface="+mn-lt"/>
              </a:rPr>
              <a:t> Using the collaborations provided for the architectural pattern, examine subsystem or component level problems and search for appropriate patterns to address them.</a:t>
            </a:r>
            <a:endParaRPr lang="en-US" dirty="0">
              <a:latin typeface="Times New Roman"/>
              <a:cs typeface="Times New Roman"/>
            </a:endParaRPr>
          </a:p>
          <a:p>
            <a:pPr>
              <a:buAutoNum type="arabicPeriod"/>
            </a:pPr>
            <a:r>
              <a:rPr lang="en-US" dirty="0">
                <a:latin typeface="Times New Roman"/>
                <a:ea typeface="+mn-lt"/>
                <a:cs typeface="+mn-lt"/>
              </a:rPr>
              <a:t> Repeat steps 2 through 5 until all broad problems have been addressed. </a:t>
            </a:r>
            <a:endParaRPr lang="en-US" dirty="0">
              <a:latin typeface="Times New Roman"/>
              <a:cs typeface="Times New Roman"/>
            </a:endParaRPr>
          </a:p>
        </p:txBody>
      </p:sp>
    </p:spTree>
    <p:extLst>
      <p:ext uri="{BB962C8B-B14F-4D97-AF65-F5344CB8AC3E}">
        <p14:creationId xmlns:p14="http://schemas.microsoft.com/office/powerpoint/2010/main" val="512307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8AD996-CD24-8D22-0DD3-DD2C6AA358EC}"/>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434DACBB-B3A3-D379-D7DF-73F893DEDE3B}"/>
              </a:ext>
            </a:extLst>
          </p:cNvPr>
          <p:cNvSpPr>
            <a:spLocks noGrp="1"/>
          </p:cNvSpPr>
          <p:nvPr>
            <p:ph idx="1"/>
          </p:nvPr>
        </p:nvSpPr>
        <p:spPr/>
        <p:txBody>
          <a:bodyPr vert="horz" lIns="91440" tIns="45720" rIns="91440" bIns="45720" rtlCol="0" anchor="t">
            <a:normAutofit/>
          </a:bodyPr>
          <a:lstStyle/>
          <a:p>
            <a:pPr marL="0" indent="0">
              <a:buNone/>
            </a:pPr>
            <a:r>
              <a:rPr lang="en-US" sz="2400" dirty="0">
                <a:latin typeface="Palatino"/>
              </a:rPr>
              <a:t>6. If user interface design problems have been isolated (this is almost always the case), search the many user interface design pattern repositories for appropriate patterns.</a:t>
            </a:r>
            <a:endParaRPr lang="en-US" sz="2400" dirty="0"/>
          </a:p>
          <a:p>
            <a:pPr marL="0" indent="0">
              <a:buNone/>
            </a:pPr>
            <a:r>
              <a:rPr lang="en-US" sz="2400" dirty="0">
                <a:latin typeface="Palatino"/>
              </a:rPr>
              <a:t>7. Regardless of its level of abstraction, if a pattern language and/or patterns repository or individual pattern shows promise, compare the problem to be solved against the existing pattern(s) presented.</a:t>
            </a:r>
            <a:endParaRPr lang="en-US" sz="2400" dirty="0"/>
          </a:p>
          <a:p>
            <a:pPr marL="0" indent="0">
              <a:buNone/>
            </a:pPr>
            <a:r>
              <a:rPr lang="en-US" sz="2400" dirty="0">
                <a:latin typeface="Palatino"/>
              </a:rPr>
              <a:t>8. Be certain to refine the design as it is derived from patterns using design quality criteria as a guide.</a:t>
            </a:r>
            <a:endParaRPr lang="en-US" sz="2400" dirty="0"/>
          </a:p>
          <a:p>
            <a:endParaRPr lang="en-US" sz="2400" dirty="0"/>
          </a:p>
        </p:txBody>
      </p:sp>
    </p:spTree>
    <p:extLst>
      <p:ext uri="{BB962C8B-B14F-4D97-AF65-F5344CB8AC3E}">
        <p14:creationId xmlns:p14="http://schemas.microsoft.com/office/powerpoint/2010/main" val="502331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AD0F3A2-1D4A-F462-9CA4-3F5AF92FEDEF}"/>
              </a:ext>
            </a:extLst>
          </p:cNvPr>
          <p:cNvSpPr>
            <a:spLocks noGrp="1"/>
          </p:cNvSpPr>
          <p:nvPr>
            <p:ph type="title"/>
          </p:nvPr>
        </p:nvSpPr>
        <p:spPr/>
        <p:txBody>
          <a:bodyPr/>
          <a:lstStyle/>
          <a:p>
            <a:r>
              <a:rPr lang="en-US" b="1">
                <a:ea typeface="+mj-lt"/>
                <a:cs typeface="+mj-lt"/>
              </a:rPr>
              <a:t>Building a Pattern-Organizing Table</a:t>
            </a:r>
            <a:endParaRPr lang="en-US"/>
          </a:p>
          <a:p>
            <a:endParaRPr lang="en-US" dirty="0"/>
          </a:p>
        </p:txBody>
      </p:sp>
      <p:sp>
        <p:nvSpPr>
          <p:cNvPr id="3" name="Content Placeholder 2">
            <a:extLst>
              <a:ext uri="{FF2B5EF4-FFF2-40B4-BE49-F238E27FC236}">
                <a16:creationId xmlns="" xmlns:a16="http://schemas.microsoft.com/office/drawing/2014/main" id="{14C534FD-E0D5-2DC7-33CB-EE412771A600}"/>
              </a:ext>
            </a:extLst>
          </p:cNvPr>
          <p:cNvSpPr>
            <a:spLocks noGrp="1"/>
          </p:cNvSpPr>
          <p:nvPr>
            <p:ph idx="1"/>
          </p:nvPr>
        </p:nvSpPr>
        <p:spPr/>
        <p:txBody>
          <a:bodyPr vert="horz" lIns="91440" tIns="45720" rIns="91440" bIns="45720" rtlCol="0" anchor="t">
            <a:normAutofit/>
          </a:bodyPr>
          <a:lstStyle/>
          <a:p>
            <a:r>
              <a:rPr lang="en-US">
                <a:ea typeface="+mn-lt"/>
                <a:cs typeface="+mn-lt"/>
              </a:rPr>
              <a:t>A pattern-organizing table can be implemented as a spreadsheet model using the form shown in the figure. </a:t>
            </a:r>
          </a:p>
          <a:p>
            <a:r>
              <a:rPr lang="en-US" dirty="0">
                <a:ea typeface="+mn-lt"/>
                <a:cs typeface="+mn-lt"/>
              </a:rPr>
              <a:t>An abbreviated list of problem statements, organized by data/content, architecture, component-level, and user interface issues, is presented in the left-hand (shaded) column.</a:t>
            </a:r>
            <a:endParaRPr lang="en-US" dirty="0"/>
          </a:p>
          <a:p>
            <a:r>
              <a:rPr lang="en-US" dirty="0">
                <a:ea typeface="+mn-lt"/>
                <a:cs typeface="+mn-lt"/>
              </a:rPr>
              <a:t>Four pattern types database, </a:t>
            </a:r>
            <a:r>
              <a:rPr lang="en-US" err="1">
                <a:ea typeface="+mn-lt"/>
                <a:cs typeface="+mn-lt"/>
              </a:rPr>
              <a:t>application,implementation</a:t>
            </a:r>
            <a:r>
              <a:rPr lang="en-US" dirty="0">
                <a:ea typeface="+mn-lt"/>
                <a:cs typeface="+mn-lt"/>
              </a:rPr>
              <a:t>, and infrastructure are listed across the top row. </a:t>
            </a:r>
          </a:p>
          <a:p>
            <a:r>
              <a:rPr lang="en-US" dirty="0">
                <a:ea typeface="+mn-lt"/>
                <a:cs typeface="+mn-lt"/>
              </a:rPr>
              <a:t>The names of candidate patterns are noted in the cells of the table.</a:t>
            </a:r>
            <a:endParaRPr lang="en-US"/>
          </a:p>
          <a:p>
            <a:endParaRPr lang="en-US" dirty="0"/>
          </a:p>
          <a:p>
            <a:endParaRPr lang="en-US" dirty="0"/>
          </a:p>
          <a:p>
            <a:endParaRPr lang="en-US" dirty="0"/>
          </a:p>
        </p:txBody>
      </p:sp>
    </p:spTree>
    <p:extLst>
      <p:ext uri="{BB962C8B-B14F-4D97-AF65-F5344CB8AC3E}">
        <p14:creationId xmlns:p14="http://schemas.microsoft.com/office/powerpoint/2010/main" val="1250275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FC1D97-475A-D6EC-A03A-66C442EF2B68}"/>
              </a:ext>
            </a:extLst>
          </p:cNvPr>
          <p:cNvSpPr>
            <a:spLocks noGrp="1"/>
          </p:cNvSpPr>
          <p:nvPr>
            <p:ph type="title"/>
          </p:nvPr>
        </p:nvSpPr>
        <p:spPr/>
        <p:txBody>
          <a:bodyPr/>
          <a:lstStyle/>
          <a:p>
            <a:r>
              <a:rPr lang="en-US" dirty="0">
                <a:ea typeface="+mj-lt"/>
                <a:cs typeface="+mj-lt"/>
              </a:rPr>
              <a:t>Pattern Organizing Table</a:t>
            </a:r>
            <a:endParaRPr lang="en-US" dirty="0"/>
          </a:p>
          <a:p>
            <a:endParaRPr lang="en-US" dirty="0"/>
          </a:p>
        </p:txBody>
      </p:sp>
      <p:sp>
        <p:nvSpPr>
          <p:cNvPr id="3" name="Content Placeholder 2">
            <a:extLst>
              <a:ext uri="{FF2B5EF4-FFF2-40B4-BE49-F238E27FC236}">
                <a16:creationId xmlns="" xmlns:a16="http://schemas.microsoft.com/office/drawing/2014/main" id="{5FA5F892-996C-032D-749B-E9063F2CE2DD}"/>
              </a:ext>
            </a:extLst>
          </p:cNvPr>
          <p:cNvSpPr>
            <a:spLocks noGrp="1"/>
          </p:cNvSpPr>
          <p:nvPr>
            <p:ph idx="1"/>
          </p:nvPr>
        </p:nvSpPr>
        <p:spPr/>
        <p:txBody>
          <a:bodyPr vert="horz" lIns="91440" tIns="45720" rIns="91440" bIns="45720" rtlCol="0" anchor="t">
            <a:normAutofit fontScale="92500" lnSpcReduction="20000"/>
          </a:bodyPr>
          <a:lstStyle/>
          <a:p>
            <a:r>
              <a:rPr lang="en-US" dirty="0">
                <a:ea typeface="+mn-lt"/>
                <a:cs typeface="+mn-lt"/>
              </a:rPr>
              <a:t>Example: every house (and every architectural style for houses) employs a </a:t>
            </a:r>
            <a:r>
              <a:rPr lang="en-US" b="1" dirty="0">
                <a:ea typeface="+mn-lt"/>
                <a:cs typeface="+mn-lt"/>
              </a:rPr>
              <a:t>Kitchen</a:t>
            </a:r>
            <a:r>
              <a:rPr lang="en-US" dirty="0">
                <a:ea typeface="+mn-lt"/>
                <a:cs typeface="+mn-lt"/>
              </a:rPr>
              <a:t> pattern. </a:t>
            </a:r>
            <a:endParaRPr lang="en-US" dirty="0"/>
          </a:p>
          <a:p>
            <a:r>
              <a:rPr lang="en-US" dirty="0">
                <a:ea typeface="+mn-lt"/>
                <a:cs typeface="+mn-lt"/>
              </a:rPr>
              <a:t>The </a:t>
            </a:r>
            <a:r>
              <a:rPr lang="en-US" b="1" dirty="0">
                <a:ea typeface="+mn-lt"/>
                <a:cs typeface="+mn-lt"/>
              </a:rPr>
              <a:t>Kitchen</a:t>
            </a:r>
            <a:r>
              <a:rPr lang="en-US" dirty="0">
                <a:ea typeface="+mn-lt"/>
                <a:cs typeface="+mn-lt"/>
              </a:rPr>
              <a:t> pattern and patterns it collaborates with address problems associated with the storage and preparation of food, the tools required to accomplish these tasks, and rules for placement of these tools relative to workflow in the room. </a:t>
            </a:r>
            <a:endParaRPr lang="en-US" dirty="0"/>
          </a:p>
          <a:p>
            <a:r>
              <a:rPr lang="en-US" dirty="0">
                <a:ea typeface="+mn-lt"/>
                <a:cs typeface="+mn-lt"/>
              </a:rPr>
              <a:t>In addition, the pattern might address problems associated with counter tops, lighting, wall switches, a central island, flooring, and so on.</a:t>
            </a:r>
            <a:endParaRPr lang="en-US" dirty="0"/>
          </a:p>
          <a:p>
            <a:r>
              <a:rPr lang="en-US" dirty="0">
                <a:ea typeface="+mn-lt"/>
                <a:cs typeface="+mn-lt"/>
              </a:rPr>
              <a:t>Obviously, there is more than a single design for a kitchen, often dictated by the context and system of forces. But every design can be conceived within the context of the ‘solution’ suggested by the </a:t>
            </a:r>
            <a:r>
              <a:rPr lang="en-US" b="1" dirty="0">
                <a:ea typeface="+mn-lt"/>
                <a:cs typeface="+mn-lt"/>
              </a:rPr>
              <a:t>Kitchen</a:t>
            </a:r>
            <a:r>
              <a:rPr lang="en-US" dirty="0">
                <a:ea typeface="+mn-lt"/>
                <a:cs typeface="+mn-lt"/>
              </a:rPr>
              <a:t> pattern. </a:t>
            </a:r>
            <a:endParaRPr lang="en-US" dirty="0"/>
          </a:p>
          <a:p>
            <a:endParaRPr lang="en-US" dirty="0"/>
          </a:p>
        </p:txBody>
      </p:sp>
    </p:spTree>
    <p:extLst>
      <p:ext uri="{BB962C8B-B14F-4D97-AF65-F5344CB8AC3E}">
        <p14:creationId xmlns:p14="http://schemas.microsoft.com/office/powerpoint/2010/main" val="2823212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B1EE82-A7F1-1F50-56B1-30953684AC20}"/>
              </a:ext>
            </a:extLst>
          </p:cNvPr>
          <p:cNvSpPr>
            <a:spLocks noGrp="1"/>
          </p:cNvSpPr>
          <p:nvPr>
            <p:ph type="title"/>
          </p:nvPr>
        </p:nvSpPr>
        <p:spPr/>
        <p:txBody>
          <a:bodyPr/>
          <a:lstStyle/>
          <a:p>
            <a:r>
              <a:rPr lang="en-US" sz="3000">
                <a:solidFill>
                  <a:srgbClr val="032553"/>
                </a:solidFill>
                <a:latin typeface="Helvetica"/>
                <a:cs typeface="Helvetica"/>
              </a:rPr>
              <a:t>Common Design Mistakes</a:t>
            </a:r>
            <a:endParaRPr lang="en-US"/>
          </a:p>
          <a:p>
            <a:endParaRPr lang="en-US" dirty="0"/>
          </a:p>
        </p:txBody>
      </p:sp>
      <p:sp>
        <p:nvSpPr>
          <p:cNvPr id="3" name="Content Placeholder 2">
            <a:extLst>
              <a:ext uri="{FF2B5EF4-FFF2-40B4-BE49-F238E27FC236}">
                <a16:creationId xmlns="" xmlns:a16="http://schemas.microsoft.com/office/drawing/2014/main" id="{82C9950F-6885-8798-FC57-6F52BEFA9E08}"/>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Not enough time has been spent to understand the underlying problem, its context and forces, and as a consequence, you select a pattern that looks right, but is inappropriate for the solution required. </a:t>
            </a:r>
            <a:endParaRPr lang="en-US" dirty="0"/>
          </a:p>
          <a:p>
            <a:r>
              <a:rPr lang="en-US" dirty="0">
                <a:ea typeface="+mn-lt"/>
                <a:cs typeface="+mn-lt"/>
              </a:rPr>
              <a:t>Once the wrong pattern is selected, you refuse to see your error and force fit the pattern. </a:t>
            </a:r>
            <a:endParaRPr lang="en-US" dirty="0"/>
          </a:p>
          <a:p>
            <a:r>
              <a:rPr lang="en-US" dirty="0">
                <a:ea typeface="+mn-lt"/>
                <a:cs typeface="+mn-lt"/>
              </a:rPr>
              <a:t>In other cases, the problem has forces that are not considered by the pattern you’ve chosen, resulting in a poor or erroneous fit. </a:t>
            </a:r>
            <a:endParaRPr lang="en-US" dirty="0"/>
          </a:p>
          <a:p>
            <a:r>
              <a:rPr lang="en-US" dirty="0">
                <a:ea typeface="+mn-lt"/>
                <a:cs typeface="+mn-lt"/>
              </a:rPr>
              <a:t>Sometimes a pattern is applied too literally and the required adaptations for your problem space are not implemented. </a:t>
            </a:r>
            <a:endParaRPr lang="en-US" dirty="0"/>
          </a:p>
          <a:p>
            <a:pPr marL="0" indent="0">
              <a:buNone/>
            </a:pPr>
            <a:endParaRPr lang="en-US" dirty="0"/>
          </a:p>
          <a:p>
            <a:endParaRPr lang="en-US" dirty="0"/>
          </a:p>
        </p:txBody>
      </p:sp>
    </p:spTree>
    <p:extLst>
      <p:ext uri="{BB962C8B-B14F-4D97-AF65-F5344CB8AC3E}">
        <p14:creationId xmlns:p14="http://schemas.microsoft.com/office/powerpoint/2010/main" val="3745171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AFFB36-CE16-46D1-C694-85388F712447}"/>
              </a:ext>
            </a:extLst>
          </p:cNvPr>
          <p:cNvSpPr>
            <a:spLocks noGrp="1"/>
          </p:cNvSpPr>
          <p:nvPr>
            <p:ph type="title"/>
          </p:nvPr>
        </p:nvSpPr>
        <p:spPr/>
        <p:txBody>
          <a:bodyPr/>
          <a:lstStyle/>
          <a:p>
            <a:r>
              <a:rPr lang="en-US" sz="3000" dirty="0">
                <a:solidFill>
                  <a:srgbClr val="032553"/>
                </a:solidFill>
                <a:latin typeface="Helvetica"/>
                <a:cs typeface="Helvetica"/>
              </a:rPr>
              <a:t>Patterns Repositories</a:t>
            </a:r>
            <a:endParaRPr lang="en-US" dirty="0"/>
          </a:p>
          <a:p>
            <a:endParaRPr lang="en-US" dirty="0"/>
          </a:p>
        </p:txBody>
      </p:sp>
      <p:sp>
        <p:nvSpPr>
          <p:cNvPr id="3" name="Content Placeholder 2">
            <a:extLst>
              <a:ext uri="{FF2B5EF4-FFF2-40B4-BE49-F238E27FC236}">
                <a16:creationId xmlns="" xmlns:a16="http://schemas.microsoft.com/office/drawing/2014/main" id="{4EF1D36B-D7D3-1F42-C68A-5C41AA540683}"/>
              </a:ext>
            </a:extLst>
          </p:cNvPr>
          <p:cNvSpPr>
            <a:spLocks noGrp="1"/>
          </p:cNvSpPr>
          <p:nvPr>
            <p:ph idx="1"/>
          </p:nvPr>
        </p:nvSpPr>
        <p:spPr/>
        <p:txBody>
          <a:bodyPr vert="horz" lIns="91440" tIns="45720" rIns="91440" bIns="45720" rtlCol="0" anchor="t">
            <a:normAutofit/>
          </a:bodyPr>
          <a:lstStyle/>
          <a:p>
            <a:r>
              <a:rPr lang="en-US" dirty="0">
                <a:ea typeface="+mn-lt"/>
                <a:cs typeface="+mn-lt"/>
              </a:rPr>
              <a:t>There are many sources for design patterns available on the Web. Some patterns can be obtained from individually published pattern languages, while others are available as part of a patterns portal or patterns repository.</a:t>
            </a:r>
            <a:endParaRPr lang="en-US" dirty="0"/>
          </a:p>
          <a:p>
            <a:r>
              <a:rPr lang="en-US" dirty="0">
                <a:ea typeface="+mn-lt"/>
                <a:cs typeface="+mn-lt"/>
              </a:rPr>
              <a:t>A list of patterns repositories is presented in the sidebar near Section 12.3 (from </a:t>
            </a:r>
            <a:r>
              <a:rPr lang="en-US" dirty="0" err="1">
                <a:ea typeface="+mn-lt"/>
                <a:cs typeface="+mn-lt"/>
              </a:rPr>
              <a:t>Refeference</a:t>
            </a:r>
            <a:r>
              <a:rPr lang="en-US" dirty="0">
                <a:ea typeface="+mn-lt"/>
                <a:cs typeface="+mn-lt"/>
              </a:rPr>
              <a:t> book)</a:t>
            </a:r>
            <a:endParaRPr lang="en-US" dirty="0"/>
          </a:p>
          <a:p>
            <a:endParaRPr lang="en-US" dirty="0"/>
          </a:p>
        </p:txBody>
      </p:sp>
    </p:spTree>
    <p:extLst>
      <p:ext uri="{BB962C8B-B14F-4D97-AF65-F5344CB8AC3E}">
        <p14:creationId xmlns:p14="http://schemas.microsoft.com/office/powerpoint/2010/main" val="386651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649DF2-0ED0-E94C-7A99-B0D5622A62EF}"/>
              </a:ext>
            </a:extLst>
          </p:cNvPr>
          <p:cNvSpPr>
            <a:spLocks noGrp="1"/>
          </p:cNvSpPr>
          <p:nvPr>
            <p:ph type="title"/>
          </p:nvPr>
        </p:nvSpPr>
        <p:spPr/>
        <p:txBody>
          <a:bodyPr/>
          <a:lstStyle/>
          <a:p>
            <a:r>
              <a:rPr lang="en-US" sz="3000" dirty="0">
                <a:solidFill>
                  <a:srgbClr val="032553"/>
                </a:solidFill>
                <a:latin typeface="Helvetica"/>
                <a:cs typeface="Helvetica"/>
              </a:rPr>
              <a:t>Component-Level Patterns</a:t>
            </a:r>
            <a:endParaRPr lang="en-US" dirty="0"/>
          </a:p>
          <a:p>
            <a:endParaRPr lang="en-US" dirty="0"/>
          </a:p>
        </p:txBody>
      </p:sp>
      <p:sp>
        <p:nvSpPr>
          <p:cNvPr id="3" name="Content Placeholder 2">
            <a:extLst>
              <a:ext uri="{FF2B5EF4-FFF2-40B4-BE49-F238E27FC236}">
                <a16:creationId xmlns="" xmlns:a16="http://schemas.microsoft.com/office/drawing/2014/main" id="{B31A776D-0FC6-A4A3-F55F-35D853BBFF99}"/>
              </a:ext>
            </a:extLst>
          </p:cNvPr>
          <p:cNvSpPr>
            <a:spLocks noGrp="1"/>
          </p:cNvSpPr>
          <p:nvPr>
            <p:ph idx="1"/>
          </p:nvPr>
        </p:nvSpPr>
        <p:spPr/>
        <p:txBody>
          <a:bodyPr vert="horz" lIns="91440" tIns="45720" rIns="91440" bIns="45720" rtlCol="0" anchor="t">
            <a:normAutofit/>
          </a:bodyPr>
          <a:lstStyle/>
          <a:p>
            <a:r>
              <a:rPr lang="en-US" dirty="0">
                <a:ea typeface="+mn-lt"/>
                <a:cs typeface="+mn-lt"/>
              </a:rPr>
              <a:t>Component-level design patterns provide a proven solution that addresses one or more sub-problems extracted from the requirement model. </a:t>
            </a:r>
            <a:endParaRPr lang="en-US" dirty="0"/>
          </a:p>
          <a:p>
            <a:r>
              <a:rPr lang="en-US">
                <a:ea typeface="+mn-lt"/>
                <a:cs typeface="+mn-lt"/>
              </a:rPr>
              <a:t>In many cases, design patterns of this type focus on some functional element of a system.</a:t>
            </a:r>
            <a:endParaRPr lang="en-US"/>
          </a:p>
          <a:p>
            <a:r>
              <a:rPr lang="en-US">
                <a:ea typeface="+mn-lt"/>
                <a:cs typeface="+mn-lt"/>
              </a:rPr>
              <a:t>For example, the</a:t>
            </a:r>
            <a:r>
              <a:rPr lang="en-US" i="1" dirty="0">
                <a:ea typeface="+mn-lt"/>
                <a:cs typeface="+mn-lt"/>
              </a:rPr>
              <a:t> </a:t>
            </a:r>
            <a:r>
              <a:rPr lang="en-US" b="1">
                <a:ea typeface="+mn-lt"/>
                <a:cs typeface="+mn-lt"/>
              </a:rPr>
              <a:t>SafeHomeAssured.com</a:t>
            </a:r>
            <a:r>
              <a:rPr lang="en-US">
                <a:ea typeface="+mn-lt"/>
                <a:cs typeface="+mn-lt"/>
              </a:rPr>
              <a:t> application must address the following design sub-problem: </a:t>
            </a:r>
            <a:r>
              <a:rPr lang="en-US" i="1">
                <a:ea typeface="+mn-lt"/>
                <a:cs typeface="+mn-lt"/>
              </a:rPr>
              <a:t>How can we get product specifications and related information for any </a:t>
            </a:r>
            <a:r>
              <a:rPr lang="en-US" i="1" err="1">
                <a:ea typeface="+mn-lt"/>
                <a:cs typeface="+mn-lt"/>
              </a:rPr>
              <a:t>SafeHome</a:t>
            </a:r>
            <a:r>
              <a:rPr lang="en-US" i="1">
                <a:ea typeface="+mn-lt"/>
                <a:cs typeface="+mn-lt"/>
              </a:rPr>
              <a:t> device?</a:t>
            </a:r>
            <a:endParaRPr lang="en-US"/>
          </a:p>
          <a:p>
            <a:endParaRPr lang="en-US" dirty="0"/>
          </a:p>
        </p:txBody>
      </p:sp>
    </p:spTree>
    <p:extLst>
      <p:ext uri="{BB962C8B-B14F-4D97-AF65-F5344CB8AC3E}">
        <p14:creationId xmlns:p14="http://schemas.microsoft.com/office/powerpoint/2010/main" val="660490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4A65372-EEB1-3D63-796C-0DE6C6B9FF20}"/>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869B5474-142E-2F99-ED9C-3C9E1EDA21D4}"/>
              </a:ext>
            </a:extLst>
          </p:cNvPr>
          <p:cNvSpPr>
            <a:spLocks noGrp="1"/>
          </p:cNvSpPr>
          <p:nvPr>
            <p:ph idx="1"/>
          </p:nvPr>
        </p:nvSpPr>
        <p:spPr/>
        <p:txBody>
          <a:bodyPr vert="horz" lIns="91440" tIns="45720" rIns="91440" bIns="45720" rtlCol="0" anchor="t">
            <a:normAutofit fontScale="92500"/>
          </a:bodyPr>
          <a:lstStyle/>
          <a:p>
            <a:r>
              <a:rPr lang="en-US">
                <a:ea typeface="+mn-lt"/>
                <a:cs typeface="+mn-lt"/>
              </a:rPr>
              <a:t>Having enunciated the sub-problem that must be solved, consider context and the system of forces that affect the solution. </a:t>
            </a:r>
            <a:endParaRPr lang="en-US"/>
          </a:p>
          <a:p>
            <a:r>
              <a:rPr lang="en-US">
                <a:ea typeface="+mn-lt"/>
                <a:cs typeface="+mn-lt"/>
              </a:rPr>
              <a:t>Examining the  appropriate requirements model use case, the specification for a</a:t>
            </a:r>
            <a:r>
              <a:rPr lang="en-US" i="1" dirty="0">
                <a:ea typeface="+mn-lt"/>
                <a:cs typeface="+mn-lt"/>
              </a:rPr>
              <a:t> </a:t>
            </a:r>
            <a:r>
              <a:rPr lang="en-US" i="1" err="1">
                <a:ea typeface="+mn-lt"/>
                <a:cs typeface="+mn-lt"/>
              </a:rPr>
              <a:t>SafeHome</a:t>
            </a:r>
            <a:r>
              <a:rPr lang="en-US">
                <a:ea typeface="+mn-lt"/>
                <a:cs typeface="+mn-lt"/>
              </a:rPr>
              <a:t> device (e.g., a security sensor or camera) is used for informational purposes by the consumer. </a:t>
            </a:r>
            <a:endParaRPr lang="en-US"/>
          </a:p>
          <a:p>
            <a:pPr lvl="1"/>
            <a:r>
              <a:rPr lang="en-US">
                <a:ea typeface="+mn-lt"/>
                <a:cs typeface="+mn-lt"/>
              </a:rPr>
              <a:t>However, other information that is related to the specification (e.g., pricing) may be used when e-commerce functionality is selected. </a:t>
            </a:r>
            <a:endParaRPr lang="en-US"/>
          </a:p>
          <a:p>
            <a:r>
              <a:rPr lang="en-US">
                <a:ea typeface="+mn-lt"/>
                <a:cs typeface="+mn-lt"/>
              </a:rPr>
              <a:t>The solution to the sub-problem involves a </a:t>
            </a:r>
            <a:r>
              <a:rPr lang="en-US" b="1">
                <a:ea typeface="+mn-lt"/>
                <a:cs typeface="+mn-lt"/>
              </a:rPr>
              <a:t>search.</a:t>
            </a:r>
            <a:r>
              <a:rPr lang="en-US">
                <a:ea typeface="+mn-lt"/>
                <a:cs typeface="+mn-lt"/>
              </a:rPr>
              <a:t> Since searching is a very common problem, it should come as no surprise that there are many search-related patterns.</a:t>
            </a:r>
            <a:endParaRPr lang="en-US"/>
          </a:p>
          <a:p>
            <a:r>
              <a:rPr lang="en-US">
                <a:ea typeface="+mn-lt"/>
                <a:cs typeface="+mn-lt"/>
              </a:rPr>
              <a:t>See Section 12.4</a:t>
            </a:r>
            <a:endParaRPr lang="en-US"/>
          </a:p>
          <a:p>
            <a:endParaRPr lang="en-US" dirty="0"/>
          </a:p>
        </p:txBody>
      </p:sp>
    </p:spTree>
    <p:extLst>
      <p:ext uri="{BB962C8B-B14F-4D97-AF65-F5344CB8AC3E}">
        <p14:creationId xmlns:p14="http://schemas.microsoft.com/office/powerpoint/2010/main" val="2262357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7A263F-9FBF-4D14-9822-652BAA1A0B6C}"/>
              </a:ext>
            </a:extLst>
          </p:cNvPr>
          <p:cNvSpPr>
            <a:spLocks noGrp="1"/>
          </p:cNvSpPr>
          <p:nvPr>
            <p:ph type="title"/>
          </p:nvPr>
        </p:nvSpPr>
        <p:spPr/>
        <p:txBody>
          <a:bodyPr/>
          <a:lstStyle/>
          <a:p>
            <a:r>
              <a:rPr lang="en-US" sz="3000">
                <a:solidFill>
                  <a:srgbClr val="032553"/>
                </a:solidFill>
                <a:latin typeface="Helvetica"/>
                <a:cs typeface="Helvetica"/>
              </a:rPr>
              <a:t>User Interface (UI) Patterns</a:t>
            </a:r>
            <a:endParaRPr lang="en-US"/>
          </a:p>
          <a:p>
            <a:endParaRPr lang="en-US" dirty="0"/>
          </a:p>
        </p:txBody>
      </p:sp>
      <p:sp>
        <p:nvSpPr>
          <p:cNvPr id="3" name="Content Placeholder 2">
            <a:extLst>
              <a:ext uri="{FF2B5EF4-FFF2-40B4-BE49-F238E27FC236}">
                <a16:creationId xmlns="" xmlns:a16="http://schemas.microsoft.com/office/drawing/2014/main" id="{A79C245B-AACE-8857-35F2-C9A3412D1A50}"/>
              </a:ext>
            </a:extLst>
          </p:cNvPr>
          <p:cNvSpPr>
            <a:spLocks noGrp="1"/>
          </p:cNvSpPr>
          <p:nvPr>
            <p:ph idx="1"/>
          </p:nvPr>
        </p:nvSpPr>
        <p:spPr/>
        <p:txBody>
          <a:bodyPr vert="horz" lIns="91440" tIns="45720" rIns="91440" bIns="45720" rtlCol="0" anchor="t">
            <a:normAutofit fontScale="62500" lnSpcReduction="20000"/>
          </a:bodyPr>
          <a:lstStyle/>
          <a:p>
            <a:r>
              <a:rPr lang="en-US" b="1">
                <a:ea typeface="+mn-lt"/>
                <a:cs typeface="+mn-lt"/>
              </a:rPr>
              <a:t>Whole UI.</a:t>
            </a:r>
            <a:r>
              <a:rPr lang="en-US">
                <a:ea typeface="+mn-lt"/>
                <a:cs typeface="+mn-lt"/>
              </a:rPr>
              <a:t>  Provide design guidance for top-level structure and navigation throughout the entire interface.</a:t>
            </a:r>
            <a:endParaRPr lang="en-US"/>
          </a:p>
          <a:p>
            <a:r>
              <a:rPr lang="en-US" b="1">
                <a:ea typeface="+mn-lt"/>
                <a:cs typeface="+mn-lt"/>
              </a:rPr>
              <a:t>Page layout.</a:t>
            </a:r>
            <a:r>
              <a:rPr lang="en-US">
                <a:ea typeface="+mn-lt"/>
                <a:cs typeface="+mn-lt"/>
              </a:rPr>
              <a:t>  Address the general organization of pages (for Websites) or distinct screen displays (for interactive applications)</a:t>
            </a:r>
            <a:endParaRPr lang="en-US"/>
          </a:p>
          <a:p>
            <a:r>
              <a:rPr lang="en-US" b="1">
                <a:ea typeface="+mn-lt"/>
                <a:cs typeface="+mn-lt"/>
              </a:rPr>
              <a:t>Forms and input.  </a:t>
            </a:r>
            <a:r>
              <a:rPr lang="en-US">
                <a:ea typeface="+mn-lt"/>
                <a:cs typeface="+mn-lt"/>
              </a:rPr>
              <a:t>Consider a variety of design techniques for completing form-level input.</a:t>
            </a:r>
            <a:endParaRPr lang="en-US"/>
          </a:p>
          <a:p>
            <a:r>
              <a:rPr lang="en-US" b="1">
                <a:ea typeface="+mn-lt"/>
                <a:cs typeface="+mn-lt"/>
              </a:rPr>
              <a:t>Tables.</a:t>
            </a:r>
            <a:r>
              <a:rPr lang="en-US">
                <a:ea typeface="+mn-lt"/>
                <a:cs typeface="+mn-lt"/>
              </a:rPr>
              <a:t>  Provide design guidance for creating and manipulating tabular data of all kinds.</a:t>
            </a:r>
            <a:endParaRPr lang="en-US"/>
          </a:p>
          <a:p>
            <a:r>
              <a:rPr lang="en-US" b="1">
                <a:ea typeface="+mn-lt"/>
                <a:cs typeface="+mn-lt"/>
              </a:rPr>
              <a:t>Direct data manipulation.</a:t>
            </a:r>
            <a:r>
              <a:rPr lang="en-US">
                <a:ea typeface="+mn-lt"/>
                <a:cs typeface="+mn-lt"/>
              </a:rPr>
              <a:t>  Address data editing, modification, and transformation.</a:t>
            </a:r>
            <a:endParaRPr lang="en-US"/>
          </a:p>
          <a:p>
            <a:r>
              <a:rPr lang="en-US" b="1">
                <a:ea typeface="+mn-lt"/>
                <a:cs typeface="+mn-lt"/>
              </a:rPr>
              <a:t>Navigation.</a:t>
            </a:r>
            <a:r>
              <a:rPr lang="en-US">
                <a:ea typeface="+mn-lt"/>
                <a:cs typeface="+mn-lt"/>
              </a:rPr>
              <a:t>  Assist the user in navigating through hierarchical menus, Web pages, and interactive display screens.</a:t>
            </a:r>
            <a:endParaRPr lang="en-US"/>
          </a:p>
          <a:p>
            <a:r>
              <a:rPr lang="en-US" b="1">
                <a:ea typeface="+mn-lt"/>
                <a:cs typeface="+mn-lt"/>
              </a:rPr>
              <a:t>Searching.  </a:t>
            </a:r>
            <a:r>
              <a:rPr lang="en-US">
                <a:ea typeface="+mn-lt"/>
                <a:cs typeface="+mn-lt"/>
              </a:rPr>
              <a:t>Enable content-specific searches through information maintained within a Web site or contained by persistent data stores that are accessible via an interactive application. </a:t>
            </a:r>
            <a:endParaRPr lang="en-US"/>
          </a:p>
          <a:p>
            <a:r>
              <a:rPr lang="en-US" b="1">
                <a:ea typeface="+mn-lt"/>
                <a:cs typeface="+mn-lt"/>
              </a:rPr>
              <a:t>Page elements.  </a:t>
            </a:r>
            <a:r>
              <a:rPr lang="en-US">
                <a:ea typeface="+mn-lt"/>
                <a:cs typeface="+mn-lt"/>
              </a:rPr>
              <a:t>Implement specific elements of a Web page or display screen.</a:t>
            </a:r>
            <a:endParaRPr lang="en-US"/>
          </a:p>
          <a:p>
            <a:r>
              <a:rPr lang="en-US" b="1">
                <a:ea typeface="+mn-lt"/>
                <a:cs typeface="+mn-lt"/>
              </a:rPr>
              <a:t>E-commerce.  </a:t>
            </a:r>
            <a:r>
              <a:rPr lang="en-US">
                <a:ea typeface="+mn-lt"/>
                <a:cs typeface="+mn-lt"/>
              </a:rPr>
              <a:t>Specific to Web sites, these patterns implement recurring elements of e-commerce applications.</a:t>
            </a:r>
            <a:endParaRPr lang="en-US"/>
          </a:p>
          <a:p>
            <a:endParaRPr lang="en-US" dirty="0"/>
          </a:p>
        </p:txBody>
      </p:sp>
    </p:spTree>
    <p:extLst>
      <p:ext uri="{BB962C8B-B14F-4D97-AF65-F5344CB8AC3E}">
        <p14:creationId xmlns:p14="http://schemas.microsoft.com/office/powerpoint/2010/main" val="13858300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A7CCEF-B628-6ABF-7D67-DCBAFFE3447F}"/>
              </a:ext>
            </a:extLst>
          </p:cNvPr>
          <p:cNvSpPr>
            <a:spLocks noGrp="1"/>
          </p:cNvSpPr>
          <p:nvPr>
            <p:ph type="title"/>
          </p:nvPr>
        </p:nvSpPr>
        <p:spPr/>
        <p:txBody>
          <a:bodyPr/>
          <a:lstStyle/>
          <a:p>
            <a:r>
              <a:rPr lang="en-US" sz="3000" dirty="0">
                <a:solidFill>
                  <a:srgbClr val="032553"/>
                </a:solidFill>
                <a:latin typeface="Helvetica"/>
                <a:cs typeface="Helvetica"/>
              </a:rPr>
              <a:t>WebApp Patterns</a:t>
            </a:r>
            <a:endParaRPr lang="en-US" dirty="0"/>
          </a:p>
          <a:p>
            <a:endParaRPr lang="en-US" dirty="0"/>
          </a:p>
        </p:txBody>
      </p:sp>
      <p:sp>
        <p:nvSpPr>
          <p:cNvPr id="3" name="Content Placeholder 2">
            <a:extLst>
              <a:ext uri="{FF2B5EF4-FFF2-40B4-BE49-F238E27FC236}">
                <a16:creationId xmlns="" xmlns:a16="http://schemas.microsoft.com/office/drawing/2014/main" id="{AC855644-9B17-BAB2-D711-99A9B1F46528}"/>
              </a:ext>
            </a:extLst>
          </p:cNvPr>
          <p:cNvSpPr>
            <a:spLocks noGrp="1"/>
          </p:cNvSpPr>
          <p:nvPr>
            <p:ph idx="1"/>
          </p:nvPr>
        </p:nvSpPr>
        <p:spPr/>
        <p:txBody>
          <a:bodyPr vert="horz" lIns="91440" tIns="45720" rIns="91440" bIns="45720" rtlCol="0" anchor="t">
            <a:normAutofit fontScale="70000" lnSpcReduction="20000"/>
          </a:bodyPr>
          <a:lstStyle/>
          <a:p>
            <a:r>
              <a:rPr lang="en-US" b="1">
                <a:ea typeface="+mn-lt"/>
                <a:cs typeface="+mn-lt"/>
              </a:rPr>
              <a:t>Information architecture patterns</a:t>
            </a:r>
            <a:r>
              <a:rPr lang="en-US" i="1" dirty="0">
                <a:ea typeface="+mn-lt"/>
                <a:cs typeface="+mn-lt"/>
              </a:rPr>
              <a:t> </a:t>
            </a:r>
            <a:r>
              <a:rPr lang="en-US">
                <a:ea typeface="+mn-lt"/>
                <a:cs typeface="+mn-lt"/>
              </a:rPr>
              <a:t>relate to the overall structure of the information space, and the ways in which users will interact with the information. </a:t>
            </a:r>
            <a:endParaRPr lang="en-US"/>
          </a:p>
          <a:p>
            <a:r>
              <a:rPr lang="en-US" b="1">
                <a:ea typeface="+mn-lt"/>
                <a:cs typeface="+mn-lt"/>
              </a:rPr>
              <a:t>Navigation patterns</a:t>
            </a:r>
            <a:r>
              <a:rPr lang="en-US">
                <a:ea typeface="+mn-lt"/>
                <a:cs typeface="+mn-lt"/>
              </a:rPr>
              <a:t> define navigation link structures, such as hierarchies, rings, tours, and so on.</a:t>
            </a:r>
            <a:endParaRPr lang="en-US"/>
          </a:p>
          <a:p>
            <a:r>
              <a:rPr lang="en-US" b="1">
                <a:ea typeface="+mn-lt"/>
                <a:cs typeface="+mn-lt"/>
              </a:rPr>
              <a:t>Interaction patterns</a:t>
            </a:r>
            <a:r>
              <a:rPr lang="en-US">
                <a:ea typeface="+mn-lt"/>
                <a:cs typeface="+mn-lt"/>
              </a:rPr>
              <a:t> contribute to the design of the user interface. Patterns in this category address how the interface informs the user of the consequences of a specific action; how a user expands content based on usage context and user desires; how to best describe the destination that is implied by a link; how to inform the user about the status of an on-going interaction, and interface related issues.</a:t>
            </a:r>
            <a:endParaRPr lang="en-US"/>
          </a:p>
          <a:p>
            <a:r>
              <a:rPr lang="en-US" b="1">
                <a:ea typeface="+mn-lt"/>
                <a:cs typeface="+mn-lt"/>
              </a:rPr>
              <a:t>Presentation patterns </a:t>
            </a:r>
            <a:r>
              <a:rPr lang="en-US">
                <a:ea typeface="+mn-lt"/>
                <a:cs typeface="+mn-lt"/>
              </a:rPr>
              <a:t>assist in the presentation of content as it is presented to the user via the interface. Patterns in this category address how to organize user interface control functions for better usability; how to show the relationship between an interface action and the content objects it affects, and how to establish effective content hierarchies.</a:t>
            </a:r>
            <a:endParaRPr lang="en-US"/>
          </a:p>
          <a:p>
            <a:r>
              <a:rPr lang="en-US" b="1">
                <a:ea typeface="+mn-lt"/>
                <a:cs typeface="+mn-lt"/>
              </a:rPr>
              <a:t>Functional patterns</a:t>
            </a:r>
            <a:r>
              <a:rPr lang="en-US">
                <a:ea typeface="+mn-lt"/>
                <a:cs typeface="+mn-lt"/>
              </a:rPr>
              <a:t> define the workflows, behaviors, processing, communications, and other algorithmic elements within a WebApp.</a:t>
            </a:r>
            <a:endParaRPr lang="en-US"/>
          </a:p>
          <a:p>
            <a:endParaRPr lang="en-US" dirty="0"/>
          </a:p>
        </p:txBody>
      </p:sp>
    </p:spTree>
    <p:extLst>
      <p:ext uri="{BB962C8B-B14F-4D97-AF65-F5344CB8AC3E}">
        <p14:creationId xmlns:p14="http://schemas.microsoft.com/office/powerpoint/2010/main" val="21546282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34145" y="2421082"/>
            <a:ext cx="5486400" cy="1015663"/>
          </a:xfrm>
          <a:prstGeom prst="rect">
            <a:avLst/>
          </a:prstGeom>
          <a:noFill/>
        </p:spPr>
        <p:txBody>
          <a:bodyPr wrap="square" rtlCol="0">
            <a:spAutoFit/>
          </a:bodyPr>
          <a:lstStyle/>
          <a:p>
            <a:pPr algn="ctr"/>
            <a:r>
              <a:rPr lang="en-US" sz="6000" b="1" dirty="0" smtClean="0">
                <a:latin typeface="Calibri" panose="020F0502020204030204" pitchFamily="34" charset="0"/>
                <a:cs typeface="Calibri" panose="020F0502020204030204" pitchFamily="34" charset="0"/>
              </a:rPr>
              <a:t>Thank You</a:t>
            </a:r>
            <a:endParaRPr lang="en-IN" sz="6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92667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D4EBEFF7470478324E53EDEEEB054" ma:contentTypeVersion="3" ma:contentTypeDescription="Create a new document." ma:contentTypeScope="" ma:versionID="b6c877c1dc40e70caf4ed1441861c67a">
  <xsd:schema xmlns:xsd="http://www.w3.org/2001/XMLSchema" xmlns:xs="http://www.w3.org/2001/XMLSchema" xmlns:p="http://schemas.microsoft.com/office/2006/metadata/properties" xmlns:ns2="90f73b58-fc9b-41f5-a9d0-0306e47cdf01" targetNamespace="http://schemas.microsoft.com/office/2006/metadata/properties" ma:root="true" ma:fieldsID="d34ada8c5e7c47e334716a783ca32266" ns2:_="">
    <xsd:import namespace="90f73b58-fc9b-41f5-a9d0-0306e47cdf0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f73b58-fc9b-41f5-a9d0-0306e47cdf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0836CBF-D5E9-4DB3-A371-39D417634A22}"/>
</file>

<file path=customXml/itemProps2.xml><?xml version="1.0" encoding="utf-8"?>
<ds:datastoreItem xmlns:ds="http://schemas.openxmlformats.org/officeDocument/2006/customXml" ds:itemID="{36080F02-87D5-4632-A776-BA16E0BBB316}"/>
</file>

<file path=customXml/itemProps3.xml><?xml version="1.0" encoding="utf-8"?>
<ds:datastoreItem xmlns:ds="http://schemas.openxmlformats.org/officeDocument/2006/customXml" ds:itemID="{A10D8F58-B3C0-42DA-BDF2-1B458106AFDC}"/>
</file>

<file path=docProps/app.xml><?xml version="1.0" encoding="utf-8"?>
<Properties xmlns="http://schemas.openxmlformats.org/officeDocument/2006/extended-properties" xmlns:vt="http://schemas.openxmlformats.org/officeDocument/2006/docPropsVTypes">
  <Template>office theme</Template>
  <TotalTime>3</TotalTime>
  <Words>759</Words>
  <Application>Microsoft Office PowerPoint</Application>
  <PresentationFormat>Widescreen</PresentationFormat>
  <Paragraphs>125</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Aptos</vt:lpstr>
      <vt:lpstr>Aptos Display</vt:lpstr>
      <vt:lpstr>Arial</vt:lpstr>
      <vt:lpstr>Calibri</vt:lpstr>
      <vt:lpstr>Helvetica</vt:lpstr>
      <vt:lpstr>Open Sans</vt:lpstr>
      <vt:lpstr>Palatino</vt:lpstr>
      <vt:lpstr>Roboto Condensed</vt:lpstr>
      <vt:lpstr>Times New Roman</vt:lpstr>
      <vt:lpstr>office theme</vt:lpstr>
      <vt:lpstr>UNIT – 2 DESIGN PATTERNS</vt:lpstr>
      <vt:lpstr>Design Pattern</vt:lpstr>
      <vt:lpstr>PowerPoint Presentation</vt:lpstr>
      <vt:lpstr>Effective Patterns</vt:lpstr>
      <vt:lpstr>PowerPoint Presentation</vt:lpstr>
      <vt:lpstr>Kinds of Patterns</vt:lpstr>
      <vt:lpstr>Cont...</vt:lpstr>
      <vt:lpstr>Frameworks </vt:lpstr>
      <vt:lpstr>Describing a Pattern </vt:lpstr>
      <vt:lpstr>Pattern-Based Design </vt:lpstr>
      <vt:lpstr>PowerPoint Presentation</vt:lpstr>
      <vt:lpstr>Thinking in Patterns </vt:lpstr>
      <vt:lpstr>Design Task</vt:lpstr>
      <vt:lpstr>PowerPoint Presentation</vt:lpstr>
      <vt:lpstr>Building a Pattern-Organizing Table </vt:lpstr>
      <vt:lpstr>Pattern Organizing Table </vt:lpstr>
      <vt:lpstr>Common Design Mistakes </vt:lpstr>
      <vt:lpstr>Patterns Repositories </vt:lpstr>
      <vt:lpstr>Component-Level Patterns </vt:lpstr>
      <vt:lpstr>PowerPoint Presentation</vt:lpstr>
      <vt:lpstr>User Interface (UI) Patterns </vt:lpstr>
      <vt:lpstr>WebApp Patterns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Komal S</dc:creator>
  <cp:lastModifiedBy>Hargeet Kaur</cp:lastModifiedBy>
  <cp:revision>788</cp:revision>
  <dcterms:created xsi:type="dcterms:W3CDTF">2024-08-24T16:58:26Z</dcterms:created>
  <dcterms:modified xsi:type="dcterms:W3CDTF">2025-07-18T08:38:20Z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0x010100850D4EBEFF7470478324E53EDEEEB054</vt:lpwstr>
  </property>
</Properties>
</file>